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287000" cy="13716000"/>
  <p:notesSz cx="6858000" cy="9144000"/>
  <p:embeddedFontLst>
    <p:embeddedFont>
      <p:font typeface="Canva Sans Bold" panose="020B0604020202020204" charset="0"/>
      <p:regular r:id="rId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1560" y="2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font" Target="fonts/font1.fntdata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246955" cy="567759"/>
            <a:chOff x="0" y="0"/>
            <a:chExt cx="1908663" cy="1495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08663" cy="149533"/>
            </a:xfrm>
            <a:custGeom>
              <a:avLst/>
              <a:gdLst/>
              <a:ahLst/>
              <a:cxnLst/>
              <a:rect l="l" t="t" r="r" b="b"/>
              <a:pathLst>
                <a:path w="1908663" h="149533">
                  <a:moveTo>
                    <a:pt x="0" y="0"/>
                  </a:moveTo>
                  <a:lnTo>
                    <a:pt x="1908663" y="0"/>
                  </a:lnTo>
                  <a:lnTo>
                    <a:pt x="1908663" y="149533"/>
                  </a:lnTo>
                  <a:lnTo>
                    <a:pt x="0" y="149533"/>
                  </a:lnTo>
                  <a:close/>
                </a:path>
              </a:pathLst>
            </a:custGeom>
            <a:solidFill>
              <a:srgbClr val="00687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908663" cy="1876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943100" y="13077326"/>
            <a:ext cx="8233943" cy="616695"/>
            <a:chOff x="0" y="0"/>
            <a:chExt cx="2168611" cy="1624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8611" cy="162422"/>
            </a:xfrm>
            <a:custGeom>
              <a:avLst/>
              <a:gdLst/>
              <a:ahLst/>
              <a:cxnLst/>
              <a:rect l="l" t="t" r="r" b="b"/>
              <a:pathLst>
                <a:path w="2168611" h="162422">
                  <a:moveTo>
                    <a:pt x="0" y="0"/>
                  </a:moveTo>
                  <a:lnTo>
                    <a:pt x="2168611" y="0"/>
                  </a:lnTo>
                  <a:lnTo>
                    <a:pt x="2168611" y="162422"/>
                  </a:lnTo>
                  <a:lnTo>
                    <a:pt x="0" y="162422"/>
                  </a:lnTo>
                  <a:close/>
                </a:path>
              </a:pathLst>
            </a:custGeom>
            <a:solidFill>
              <a:srgbClr val="00687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168611" cy="2005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6557887"/>
            <a:ext cx="5257800" cy="2543618"/>
            <a:chOff x="0" y="0"/>
            <a:chExt cx="1423725" cy="63182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23725" cy="631824"/>
            </a:xfrm>
            <a:custGeom>
              <a:avLst/>
              <a:gdLst/>
              <a:ahLst/>
              <a:cxnLst/>
              <a:rect l="l" t="t" r="r" b="b"/>
              <a:pathLst>
                <a:path w="1423725" h="631824">
                  <a:moveTo>
                    <a:pt x="73041" y="0"/>
                  </a:moveTo>
                  <a:lnTo>
                    <a:pt x="1350684" y="0"/>
                  </a:lnTo>
                  <a:cubicBezTo>
                    <a:pt x="1370056" y="0"/>
                    <a:pt x="1388634" y="7695"/>
                    <a:pt x="1402332" y="21393"/>
                  </a:cubicBezTo>
                  <a:cubicBezTo>
                    <a:pt x="1416030" y="35091"/>
                    <a:pt x="1423725" y="53669"/>
                    <a:pt x="1423725" y="73041"/>
                  </a:cubicBezTo>
                  <a:lnTo>
                    <a:pt x="1423725" y="558783"/>
                  </a:lnTo>
                  <a:cubicBezTo>
                    <a:pt x="1423725" y="578155"/>
                    <a:pt x="1416030" y="596733"/>
                    <a:pt x="1402332" y="610431"/>
                  </a:cubicBezTo>
                  <a:cubicBezTo>
                    <a:pt x="1388634" y="624128"/>
                    <a:pt x="1370056" y="631824"/>
                    <a:pt x="1350684" y="631824"/>
                  </a:cubicBezTo>
                  <a:lnTo>
                    <a:pt x="73041" y="631824"/>
                  </a:lnTo>
                  <a:cubicBezTo>
                    <a:pt x="32702" y="631824"/>
                    <a:pt x="0" y="599122"/>
                    <a:pt x="0" y="558783"/>
                  </a:cubicBezTo>
                  <a:lnTo>
                    <a:pt x="0" y="73041"/>
                  </a:lnTo>
                  <a:cubicBezTo>
                    <a:pt x="0" y="53669"/>
                    <a:pt x="7695" y="35091"/>
                    <a:pt x="21393" y="21393"/>
                  </a:cubicBezTo>
                  <a:cubicBezTo>
                    <a:pt x="35091" y="7695"/>
                    <a:pt x="53669" y="0"/>
                    <a:pt x="73041" y="0"/>
                  </a:cubicBezTo>
                  <a:close/>
                </a:path>
              </a:pathLst>
            </a:custGeom>
            <a:solidFill>
              <a:srgbClr val="00687A">
                <a:alpha val="49804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23725" cy="6699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05991" y="9224187"/>
            <a:ext cx="8229600" cy="3730457"/>
            <a:chOff x="0" y="0"/>
            <a:chExt cx="2167467" cy="98250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67467" cy="982507"/>
            </a:xfrm>
            <a:custGeom>
              <a:avLst/>
              <a:gdLst/>
              <a:ahLst/>
              <a:cxnLst/>
              <a:rect l="l" t="t" r="r" b="b"/>
              <a:pathLst>
                <a:path w="2167467" h="982507">
                  <a:moveTo>
                    <a:pt x="47978" y="0"/>
                  </a:moveTo>
                  <a:lnTo>
                    <a:pt x="2119489" y="0"/>
                  </a:lnTo>
                  <a:cubicBezTo>
                    <a:pt x="2145986" y="0"/>
                    <a:pt x="2167467" y="21480"/>
                    <a:pt x="2167467" y="47978"/>
                  </a:cubicBezTo>
                  <a:lnTo>
                    <a:pt x="2167467" y="934529"/>
                  </a:lnTo>
                  <a:cubicBezTo>
                    <a:pt x="2167467" y="961027"/>
                    <a:pt x="2145986" y="982507"/>
                    <a:pt x="2119489" y="982507"/>
                  </a:cubicBezTo>
                  <a:lnTo>
                    <a:pt x="47978" y="982507"/>
                  </a:lnTo>
                  <a:cubicBezTo>
                    <a:pt x="21480" y="982507"/>
                    <a:pt x="0" y="961027"/>
                    <a:pt x="0" y="934529"/>
                  </a:cubicBezTo>
                  <a:lnTo>
                    <a:pt x="0" y="47978"/>
                  </a:lnTo>
                  <a:cubicBezTo>
                    <a:pt x="0" y="21480"/>
                    <a:pt x="21480" y="0"/>
                    <a:pt x="47978" y="0"/>
                  </a:cubicBezTo>
                  <a:close/>
                </a:path>
              </a:pathLst>
            </a:custGeom>
            <a:solidFill>
              <a:srgbClr val="00687A">
                <a:alpha val="49804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167467" cy="10206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0" y="0"/>
            <a:ext cx="525875" cy="4463892"/>
            <a:chOff x="0" y="0"/>
            <a:chExt cx="138502" cy="117567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8502" cy="1175675"/>
            </a:xfrm>
            <a:custGeom>
              <a:avLst/>
              <a:gdLst/>
              <a:ahLst/>
              <a:cxnLst/>
              <a:rect l="l" t="t" r="r" b="b"/>
              <a:pathLst>
                <a:path w="138502" h="1175675">
                  <a:moveTo>
                    <a:pt x="0" y="0"/>
                  </a:moveTo>
                  <a:lnTo>
                    <a:pt x="138502" y="0"/>
                  </a:lnTo>
                  <a:lnTo>
                    <a:pt x="138502" y="1175675"/>
                  </a:lnTo>
                  <a:lnTo>
                    <a:pt x="0" y="1175675"/>
                  </a:lnTo>
                  <a:close/>
                </a:path>
              </a:pathLst>
            </a:custGeom>
            <a:solidFill>
              <a:srgbClr val="00687A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38502" cy="121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26724" y="10206451"/>
            <a:ext cx="560276" cy="3086100"/>
            <a:chOff x="0" y="0"/>
            <a:chExt cx="147563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7563" cy="812800"/>
            </a:xfrm>
            <a:custGeom>
              <a:avLst/>
              <a:gdLst/>
              <a:ahLst/>
              <a:cxnLst/>
              <a:rect l="l" t="t" r="r" b="b"/>
              <a:pathLst>
                <a:path w="147563" h="812800">
                  <a:moveTo>
                    <a:pt x="0" y="0"/>
                  </a:moveTo>
                  <a:lnTo>
                    <a:pt x="147563" y="0"/>
                  </a:lnTo>
                  <a:lnTo>
                    <a:pt x="14756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687A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47563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-1355" y="7522884"/>
            <a:ext cx="772880" cy="4119912"/>
            <a:chOff x="0" y="0"/>
            <a:chExt cx="1030506" cy="5493216"/>
          </a:xfrm>
        </p:grpSpPr>
        <p:grpSp>
          <p:nvGrpSpPr>
            <p:cNvPr id="21" name="Group 21"/>
            <p:cNvGrpSpPr/>
            <p:nvPr/>
          </p:nvGrpSpPr>
          <p:grpSpPr>
            <a:xfrm rot="5400000">
              <a:off x="-431130" y="431130"/>
              <a:ext cx="1892766" cy="1030506"/>
              <a:chOff x="0" y="0"/>
              <a:chExt cx="571500" cy="31115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571500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311150">
                    <a:moveTo>
                      <a:pt x="571500" y="311150"/>
                    </a:moveTo>
                    <a:lnTo>
                      <a:pt x="0" y="311150"/>
                    </a:lnTo>
                    <a:lnTo>
                      <a:pt x="0" y="0"/>
                    </a:lnTo>
                    <a:lnTo>
                      <a:pt x="571500" y="311150"/>
                    </a:lnTo>
                    <a:close/>
                  </a:path>
                </a:pathLst>
              </a:custGeom>
              <a:solidFill>
                <a:srgbClr val="00687A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117475"/>
                <a:ext cx="285750" cy="1930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5400000">
              <a:off x="-431130" y="2244553"/>
              <a:ext cx="1892766" cy="1030506"/>
              <a:chOff x="0" y="0"/>
              <a:chExt cx="571500" cy="31115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571500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311150">
                    <a:moveTo>
                      <a:pt x="571500" y="311150"/>
                    </a:moveTo>
                    <a:lnTo>
                      <a:pt x="0" y="311150"/>
                    </a:lnTo>
                    <a:lnTo>
                      <a:pt x="0" y="0"/>
                    </a:lnTo>
                    <a:lnTo>
                      <a:pt x="571500" y="311150"/>
                    </a:lnTo>
                    <a:close/>
                  </a:path>
                </a:pathLst>
              </a:custGeom>
              <a:solidFill>
                <a:srgbClr val="00687A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117475"/>
                <a:ext cx="285750" cy="1930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 rot="5400000">
              <a:off x="-431130" y="4031580"/>
              <a:ext cx="1892766" cy="1030506"/>
              <a:chOff x="0" y="0"/>
              <a:chExt cx="571500" cy="31115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571500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311150">
                    <a:moveTo>
                      <a:pt x="571500" y="311150"/>
                    </a:moveTo>
                    <a:lnTo>
                      <a:pt x="0" y="311150"/>
                    </a:lnTo>
                    <a:lnTo>
                      <a:pt x="0" y="0"/>
                    </a:lnTo>
                    <a:lnTo>
                      <a:pt x="571500" y="311150"/>
                    </a:lnTo>
                    <a:close/>
                  </a:path>
                </a:pathLst>
              </a:custGeom>
              <a:solidFill>
                <a:srgbClr val="00687A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117475"/>
                <a:ext cx="285750" cy="1930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 rot="-10800000">
            <a:off x="9514120" y="3402972"/>
            <a:ext cx="772880" cy="4119912"/>
            <a:chOff x="0" y="0"/>
            <a:chExt cx="1030506" cy="5493216"/>
          </a:xfrm>
        </p:grpSpPr>
        <p:grpSp>
          <p:nvGrpSpPr>
            <p:cNvPr id="31" name="Group 31"/>
            <p:cNvGrpSpPr/>
            <p:nvPr/>
          </p:nvGrpSpPr>
          <p:grpSpPr>
            <a:xfrm rot="5400000">
              <a:off x="-431130" y="431130"/>
              <a:ext cx="1892766" cy="1030506"/>
              <a:chOff x="0" y="0"/>
              <a:chExt cx="571500" cy="31115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571500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311150">
                    <a:moveTo>
                      <a:pt x="571500" y="311150"/>
                    </a:moveTo>
                    <a:lnTo>
                      <a:pt x="0" y="311150"/>
                    </a:lnTo>
                    <a:lnTo>
                      <a:pt x="0" y="0"/>
                    </a:lnTo>
                    <a:lnTo>
                      <a:pt x="571500" y="311150"/>
                    </a:lnTo>
                    <a:close/>
                  </a:path>
                </a:pathLst>
              </a:custGeom>
              <a:solidFill>
                <a:srgbClr val="00687A"/>
              </a:solid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117475"/>
                <a:ext cx="285750" cy="1930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 rot="5400000">
              <a:off x="-431130" y="2244553"/>
              <a:ext cx="1892766" cy="1030506"/>
              <a:chOff x="0" y="0"/>
              <a:chExt cx="571500" cy="31115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571500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311150">
                    <a:moveTo>
                      <a:pt x="571500" y="311150"/>
                    </a:moveTo>
                    <a:lnTo>
                      <a:pt x="0" y="311150"/>
                    </a:lnTo>
                    <a:lnTo>
                      <a:pt x="0" y="0"/>
                    </a:lnTo>
                    <a:lnTo>
                      <a:pt x="571500" y="311150"/>
                    </a:lnTo>
                    <a:close/>
                  </a:path>
                </a:pathLst>
              </a:custGeom>
              <a:solidFill>
                <a:srgbClr val="00687A"/>
              </a:solidFill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117475"/>
                <a:ext cx="285750" cy="1930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 rot="5400000">
              <a:off x="-431130" y="4031580"/>
              <a:ext cx="1892766" cy="1030506"/>
              <a:chOff x="0" y="0"/>
              <a:chExt cx="571500" cy="31115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571500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311150">
                    <a:moveTo>
                      <a:pt x="571500" y="311150"/>
                    </a:moveTo>
                    <a:lnTo>
                      <a:pt x="0" y="311150"/>
                    </a:lnTo>
                    <a:lnTo>
                      <a:pt x="0" y="0"/>
                    </a:lnTo>
                    <a:lnTo>
                      <a:pt x="571500" y="311150"/>
                    </a:lnTo>
                    <a:close/>
                  </a:path>
                </a:pathLst>
              </a:custGeom>
              <a:solidFill>
                <a:srgbClr val="00687A"/>
              </a:solidFill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0" y="117475"/>
                <a:ext cx="285750" cy="1930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0" name="Freeform 40"/>
          <p:cNvSpPr/>
          <p:nvPr/>
        </p:nvSpPr>
        <p:spPr>
          <a:xfrm>
            <a:off x="1028700" y="851885"/>
            <a:ext cx="8229600" cy="5485110"/>
          </a:xfrm>
          <a:custGeom>
            <a:avLst/>
            <a:gdLst/>
            <a:ahLst/>
            <a:cxnLst/>
            <a:rect l="l" t="t" r="r" b="b"/>
            <a:pathLst>
              <a:path w="8229600" h="5485110">
                <a:moveTo>
                  <a:pt x="0" y="0"/>
                </a:moveTo>
                <a:lnTo>
                  <a:pt x="8229600" y="0"/>
                </a:lnTo>
                <a:lnTo>
                  <a:pt x="8229600" y="5485110"/>
                </a:lnTo>
                <a:lnTo>
                  <a:pt x="0" y="54851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1" name="TextBox 41"/>
          <p:cNvSpPr txBox="1"/>
          <p:nvPr/>
        </p:nvSpPr>
        <p:spPr>
          <a:xfrm>
            <a:off x="771525" y="6659563"/>
            <a:ext cx="3383556" cy="2849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Members:</a:t>
            </a:r>
          </a:p>
          <a:p>
            <a:pPr>
              <a:lnSpc>
                <a:spcPts val="2800"/>
              </a:lnSpc>
            </a:pPr>
            <a:r>
              <a:rPr lang="en-US" sz="16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MOHAMED ARSHATHM</a:t>
            </a:r>
          </a:p>
          <a:p>
            <a:pPr>
              <a:lnSpc>
                <a:spcPts val="2800"/>
              </a:lnSpc>
            </a:pPr>
            <a:r>
              <a:rPr lang="en-US" sz="16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SANJAY K</a:t>
            </a:r>
          </a:p>
          <a:p>
            <a:pPr>
              <a:lnSpc>
                <a:spcPts val="2800"/>
              </a:lnSpc>
            </a:pPr>
            <a:r>
              <a:rPr lang="en-US" sz="16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VAISIKA P</a:t>
            </a:r>
          </a:p>
          <a:p>
            <a:pPr>
              <a:lnSpc>
                <a:spcPts val="2800"/>
              </a:lnSpc>
            </a:pPr>
            <a:r>
              <a:rPr lang="en-US" sz="16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SONIKA M</a:t>
            </a:r>
          </a:p>
          <a:p>
            <a:pPr>
              <a:lnSpc>
                <a:spcPts val="2800"/>
              </a:lnSpc>
            </a:pPr>
            <a:r>
              <a:rPr lang="en-US" sz="16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RAKSHITHA K S</a:t>
            </a:r>
          </a:p>
          <a:p>
            <a:pPr>
              <a:lnSpc>
                <a:spcPts val="2800"/>
              </a:lnSpc>
            </a:pPr>
            <a:r>
              <a:rPr lang="en-US" sz="16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SAI RAGAVI A C </a:t>
            </a:r>
          </a:p>
          <a:p>
            <a:pPr algn="ctr">
              <a:lnSpc>
                <a:spcPts val="2800"/>
              </a:lnSpc>
            </a:pPr>
            <a:endParaRPr lang="en-US" sz="20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263573" y="9252118"/>
            <a:ext cx="4413327" cy="335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Title: Smart irrigation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90500" y="9653275"/>
            <a:ext cx="5562601" cy="335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Description:  </a:t>
            </a:r>
          </a:p>
        </p:txBody>
      </p:sp>
      <p:sp>
        <p:nvSpPr>
          <p:cNvPr id="44" name="Rectangle 1">
            <a:extLst>
              <a:ext uri="{FF2B5EF4-FFF2-40B4-BE49-F238E27FC236}">
                <a16:creationId xmlns:a16="http://schemas.microsoft.com/office/drawing/2014/main" id="{C62ABA3C-4D01-5325-71F7-8797267F6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" name="Rectangle 2">
            <a:extLst>
              <a:ext uri="{FF2B5EF4-FFF2-40B4-BE49-F238E27FC236}">
                <a16:creationId xmlns:a16="http://schemas.microsoft.com/office/drawing/2014/main" id="{1D075B12-AD02-CFF2-B2F4-ED300409D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700" y="9920795"/>
            <a:ext cx="72390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Smart Irrigation System is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hardware-based and web-enabled irrigation monitoring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uses sensors to detect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temperature, humidity, soil moisture, and water flow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agricultural fields. The hardware sensors collect real-time data, which is displayed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channel-wise on a web dashboard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monitoring. The system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automatically turns on the water pump when soil moisture is low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users can also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manually control the pump through the web application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If the system detects that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water is not reaching a particular area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it sends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 notification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This project helps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 water management and smart irrigation control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139</Words>
  <Application>Microsoft Office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Canva Sans Bold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Members:</dc:title>
  <dc:creator>SONIKA</dc:creator>
  <cp:lastModifiedBy>Sonika Murugan</cp:lastModifiedBy>
  <cp:revision>3</cp:revision>
  <dcterms:created xsi:type="dcterms:W3CDTF">2006-08-16T00:00:00Z</dcterms:created>
  <dcterms:modified xsi:type="dcterms:W3CDTF">2026-03-16T04:01:09Z</dcterms:modified>
  <dc:identifier>DAHDz0U5WHs</dc:identifier>
</cp:coreProperties>
</file>