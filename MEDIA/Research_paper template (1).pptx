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media/image6.svg" ContentType="image/svg"/>
  <Override PartName="/ppt/media/image2.svg" ContentType="image/svg"/>
  <Override PartName="/ppt/media/image8.svg" ContentType="image/svg"/>
  <Override PartName="/ppt/media/image4.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Lst>
  <p:sldSz cx="18288000" cy="10287000"/>
  <p:notesSz cx="7559675" cy="10691813"/>
  <p:embeddedFontLst>
    <p:embeddedFont>
      <p:font typeface="Aileron Bold"/>
    </p:embeddedFont>
    <p:embeddedFont>
      <p:font typeface="Microsoft YaHei"/>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DA779A5-C715-4FD3-A8D5-F4AFBB0EBF6F}"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5" name="PlaceHolder 4"/>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Calibri"/>
              </a:rPr>
              <a:t>Click to edit the title text format</a:t>
            </a:r>
            <a:endParaRPr lang="en-IN" sz="1800" b="0" u="none" strike="noStrike">
              <a:solidFill>
                <a:srgbClr val="000000"/>
              </a:solidFill>
              <a:effectLst/>
              <a:uFillTx/>
              <a:latin typeface="Arial"/>
            </a:endParaRPr>
          </a:p>
        </p:txBody>
      </p:sp>
      <p:sp>
        <p:nvSpPr>
          <p:cNvPr id="6" name="PlaceHolder 5"/>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IN"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IN"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IN"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IN"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IN"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IN"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IN"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rIns="91440" tIns="45720" bIns="45720" anchor="b">
            <a:noAutofit/>
          </a:bodyPr>
          <a:p>
            <a:pPr indent="0" defTabSz="914400">
              <a:lnSpc>
                <a:spcPct val="100000"/>
              </a:lnSpc>
              <a:buNone/>
              <a:tabLst>
                <a:tab algn="l" pos="0"/>
              </a:tabLst>
            </a:pPr>
            <a:r>
              <a:rPr lang="en-US" sz="2000" b="1" u="none" strike="noStrike">
                <a:solidFill>
                  <a:schemeClr val="dk1"/>
                </a:solidFill>
                <a:effectLst/>
                <a:uFillTx/>
                <a:latin typeface="Calibri"/>
              </a:rPr>
              <a:t>Click to edit Master title style</a:t>
            </a:r>
            <a:endParaRPr lang="en-IN" sz="2000" b="0" u="none" strike="noStrike">
              <a:solidFill>
                <a:srgbClr val="000000"/>
              </a:solidFill>
              <a:effectLst/>
              <a:uFillTx/>
              <a:latin typeface="Arial"/>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IN" sz="1400" b="0" u="none" strike="noStrike">
              <a:solidFill>
                <a:srgbClr val="000000"/>
              </a:solidFill>
              <a:effectLst/>
              <a:uFillTx/>
              <a:latin typeface="Arial"/>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183C715-D805-4C41-A2B7-4C14B0BDA54F}"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rIns="91440" tIns="45720" bIns="45720" anchor="b">
            <a:noAutofit/>
          </a:bodyPr>
          <a:p>
            <a:pPr indent="0" defTabSz="914400">
              <a:lnSpc>
                <a:spcPct val="100000"/>
              </a:lnSpc>
              <a:buNone/>
              <a:tabLst>
                <a:tab algn="l" pos="0"/>
              </a:tabLst>
            </a:pPr>
            <a:r>
              <a:rPr lang="en-US" sz="2000" b="1" u="none" strike="noStrike">
                <a:solidFill>
                  <a:schemeClr val="dk1"/>
                </a:solidFill>
                <a:effectLst/>
                <a:uFillTx/>
                <a:latin typeface="Calibri"/>
              </a:rPr>
              <a:t>Click to edit Master title style</a:t>
            </a:r>
            <a:endParaRPr lang="en-IN" sz="2000" b="0" u="none" strike="noStrike">
              <a:solidFill>
                <a:srgbClr val="000000"/>
              </a:solidFill>
              <a:effectLst/>
              <a:uFillTx/>
              <a:latin typeface="Arial"/>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IN"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IN" sz="3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IN" sz="3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IN" sz="3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IN" sz="3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IN" sz="3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IN" sz="3200" b="0" u="none" strike="noStrike">
              <a:solidFill>
                <a:srgbClr val="000000"/>
              </a:solidFill>
              <a:effectLst/>
              <a:uFillTx/>
              <a:latin typeface="Arial"/>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IN" sz="1400" b="0" u="none" strike="noStrike">
              <a:solidFill>
                <a:srgbClr val="000000"/>
              </a:solidFill>
              <a:effectLst/>
              <a:uFillTx/>
              <a:latin typeface="Arial"/>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0B31E3B-E105-4DA7-8A71-5D4F4E5A95CD}"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8F29381-342A-43B3-89DA-3B127B5C01B8}"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AB0BDEC0-63C6-43E0-A4C5-9C527928A3CE}"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rIns="91440" tIns="45720" bIns="45720" anchor="ctr" vert="eaVert">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AAC91DD-E4E8-485B-A191-853C907A9751}"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IN"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IN"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IN"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IN"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IN" sz="2000" b="0" u="none" strike="noStrike">
              <a:solidFill>
                <a:srgbClr val="000000"/>
              </a:solidFill>
              <a:effectLst/>
              <a:uFillTx/>
              <a:latin typeface="Arial"/>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A7F526D5-1E4D-4F18-BDBF-D614E71F9C7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rIns="91440" tIns="45720" bIns="45720" anchor="t">
            <a:noAutofit/>
          </a:bodyPr>
          <a:p>
            <a:pPr indent="0" defTabSz="914400">
              <a:lnSpc>
                <a:spcPct val="100000"/>
              </a:lnSpc>
              <a:buNone/>
              <a:tabLst>
                <a:tab algn="l" pos="0"/>
              </a:tabLst>
            </a:pPr>
            <a:r>
              <a:rPr lang="en-US" sz="4000" b="1" u="none" strike="noStrike" cap="all">
                <a:solidFill>
                  <a:schemeClr val="dk1"/>
                </a:solidFill>
                <a:effectLst/>
                <a:uFillTx/>
                <a:latin typeface="Calibri"/>
              </a:rPr>
              <a:t>Click to edit Master title style</a:t>
            </a:r>
            <a:endParaRPr lang="en-IN" sz="4000" b="0" u="none" strike="noStrike">
              <a:solidFill>
                <a:srgbClr val="000000"/>
              </a:solidFill>
              <a:effectLst/>
              <a:uFillTx/>
              <a:latin typeface="Arial"/>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IN" sz="2000" b="0" u="none" strike="noStrike">
              <a:solidFill>
                <a:srgbClr val="000000"/>
              </a:solidFill>
              <a:effectLst/>
              <a:uFillTx/>
              <a:latin typeface="Arial"/>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963B81F-7A26-4E0A-9E14-DAFF4901165F}"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IN"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IN"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IN"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IN"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IN" sz="1800" b="0" u="none" strike="noStrike">
              <a:solidFill>
                <a:srgbClr val="000000"/>
              </a:solidFill>
              <a:effectLst/>
              <a:uFillTx/>
              <a:latin typeface="Arial"/>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IN"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IN"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IN"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IN"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IN" sz="1800" b="0" u="none" strike="noStrike">
              <a:solidFill>
                <a:srgbClr val="000000"/>
              </a:solidFill>
              <a:effectLst/>
              <a:uFillTx/>
              <a:latin typeface="Arial"/>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1C1FBA8-4F1B-42FC-B252-DC797E7B10B5}"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IN"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IN"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IN"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IN" sz="1600" b="0" u="none" strike="noStrike">
              <a:solidFill>
                <a:srgbClr val="000000"/>
              </a:solidFill>
              <a:effectLst/>
              <a:uFillTx/>
              <a:latin typeface="Arial"/>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IN"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IN"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IN"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IN"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IN" sz="1600" b="0" u="none" strike="noStrike">
              <a:solidFill>
                <a:srgbClr val="000000"/>
              </a:solidFill>
              <a:effectLst/>
              <a:uFillTx/>
              <a:latin typeface="Arial"/>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69D49FC-2374-4699-9283-85C07E029459}"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lang="en-US" sz="4400" b="0" u="none" strike="noStrike">
                <a:solidFill>
                  <a:schemeClr val="dk1"/>
                </a:solidFill>
                <a:effectLst/>
                <a:uFillTx/>
                <a:latin typeface="Calibri"/>
              </a:rPr>
              <a:t>Click to edit Master title style</a:t>
            </a:r>
            <a:endParaRPr lang="en-IN" sz="4400" b="0" u="none" strike="noStrike">
              <a:solidFill>
                <a:srgbClr val="000000"/>
              </a:solidFill>
              <a:effectLst/>
              <a:uFillTx/>
              <a:latin typeface="Arial"/>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FFBBCDA-1D2D-43D3-96DF-776D86BC8BD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5.png"/><Relationship Id="rId12" Type="http://schemas.openxmlformats.org/officeDocument/2006/relationships/image" Target="../media/image6.svg"/><Relationship Id="rId1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7.png"/><Relationship Id="rId12" Type="http://schemas.openxmlformats.org/officeDocument/2006/relationships/image" Target="../media/image8.svg"/><Relationship Id="rId1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7.png"/><Relationship Id="rId12" Type="http://schemas.openxmlformats.org/officeDocument/2006/relationships/image" Target="../media/image8.svg"/><Relationship Id="rId1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7.png"/><Relationship Id="rId12" Type="http://schemas.openxmlformats.org/officeDocument/2006/relationships/image" Target="../media/image8.svg"/><Relationship Id="rId1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7.png"/><Relationship Id="rId12" Type="http://schemas.openxmlformats.org/officeDocument/2006/relationships/image" Target="../media/image8.svg"/><Relationship Id="rId13" Type="http://schemas.openxmlformats.org/officeDocument/2006/relationships/image" Target="../media/image9.png"/><Relationship Id="rId14"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7.png"/><Relationship Id="rId12" Type="http://schemas.openxmlformats.org/officeDocument/2006/relationships/image" Target="../media/image8.svg"/><Relationship Id="rId1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eff"/>
        </a:solidFill>
      </p:bgPr>
    </p:bg>
    <p:spTree>
      <p:nvGrpSpPr>
        <p:cNvPr id="1" name=""/>
        <p:cNvGrpSpPr/>
        <p:nvPr/>
      </p:nvGrpSpPr>
      <p:grpSpPr>
        <a:xfrm>
          <a:off x="0" y="0"/>
          <a:ext cx="0" cy="0"/>
          <a:chOff x="0" y="0"/>
          <a:chExt cx="0" cy="0"/>
        </a:xfrm>
      </p:grpSpPr>
      <p:sp>
        <p:nvSpPr>
          <p:cNvPr id="61" name="Freeform 2"/>
          <p:cNvSpPr/>
          <p:nvPr/>
        </p:nvSpPr>
        <p:spPr>
          <a:xfrm flipV="1">
            <a:off x="9144000" y="1353600"/>
            <a:ext cx="10041480" cy="6663600"/>
          </a:xfrm>
          <a:custGeom>
            <a:avLst/>
            <a:gdLst>
              <a:gd name="textAreaLeft" fmla="*/ 0 w 10041480"/>
              <a:gd name="textAreaRight" fmla="*/ 10042200 w 10041480"/>
              <a:gd name="textAreaTop" fmla="*/ -360 h 6663600"/>
              <a:gd name="textAreaBottom" fmla="*/ 6663960 h 6663600"/>
            </a:gdLst>
            <a:ahLst/>
            <a:cxnLst/>
            <a:rect l="textAreaLeft" t="textAreaTop" r="textAreaRight" b="textAreaBottom"/>
            <a:pathLst>
              <a:path w="10042068" h="6664282">
                <a:moveTo>
                  <a:pt x="0" y="6664282"/>
                </a:moveTo>
                <a:lnTo>
                  <a:pt x="10042068" y="6664282"/>
                </a:lnTo>
                <a:lnTo>
                  <a:pt x="10042068" y="0"/>
                </a:lnTo>
                <a:lnTo>
                  <a:pt x="0" y="0"/>
                </a:lnTo>
                <a:lnTo>
                  <a:pt x="0" y="6664282"/>
                </a:lnTo>
                <a:close/>
              </a:path>
            </a:pathLst>
          </a:custGeom>
          <a:blipFill rotWithShape="0">
            <a:blip r:embed="rId1">
              <a:extLst>
                <a:ext uri="{96DAC541-7B7A-43D3-8B79-37D633B846F1}">
                  <asvg:svgBlip xmlns:asvg="http://schemas.microsoft.com/office/drawing/2016/SVG/main" r:embed="rId2"/>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62" name="Freeform 3"/>
          <p:cNvSpPr/>
          <p:nvPr/>
        </p:nvSpPr>
        <p:spPr>
          <a:xfrm>
            <a:off x="-514080" y="0"/>
            <a:ext cx="20408400" cy="1442520"/>
          </a:xfrm>
          <a:custGeom>
            <a:avLst/>
            <a:gdLst>
              <a:gd name="textAreaLeft" fmla="*/ 0 w 20408400"/>
              <a:gd name="textAreaRight" fmla="*/ 20409120 w 20408400"/>
              <a:gd name="textAreaTop" fmla="*/ 0 h 1442520"/>
              <a:gd name="textAreaBottom" fmla="*/ 1443240 h 1442520"/>
            </a:gdLst>
            <a:ahLst/>
            <a:cxnLst/>
            <a:rect l="textAreaLeft" t="textAreaTop" r="textAreaRight" b="textAreaBottom"/>
            <a:pathLst>
              <a:path w="20409103" h="1443068">
                <a:moveTo>
                  <a:pt x="0" y="0"/>
                </a:moveTo>
                <a:lnTo>
                  <a:pt x="20409103" y="0"/>
                </a:lnTo>
                <a:lnTo>
                  <a:pt x="20409103" y="1443068"/>
                </a:lnTo>
                <a:lnTo>
                  <a:pt x="0" y="144306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63" name="Freeform 4"/>
          <p:cNvSpPr/>
          <p:nvPr/>
        </p:nvSpPr>
        <p:spPr>
          <a:xfrm flipH="1">
            <a:off x="-898920" y="2179800"/>
            <a:ext cx="10041480" cy="6663600"/>
          </a:xfrm>
          <a:custGeom>
            <a:avLst/>
            <a:gdLst>
              <a:gd name="textAreaLeft" fmla="*/ 360 w 10041480"/>
              <a:gd name="textAreaRight" fmla="*/ 10042560 w 10041480"/>
              <a:gd name="textAreaTop" fmla="*/ 0 h 6663600"/>
              <a:gd name="textAreaBottom" fmla="*/ 6664320 h 6663600"/>
            </a:gdLst>
            <a:ahLst/>
            <a:cxnLst/>
            <a:rect l="textAreaLeft" t="textAreaTop" r="textAreaRight" b="textAreaBottom"/>
            <a:pathLst>
              <a:path w="10042068" h="6664282">
                <a:moveTo>
                  <a:pt x="10042068" y="0"/>
                </a:moveTo>
                <a:lnTo>
                  <a:pt x="0" y="0"/>
                </a:lnTo>
                <a:lnTo>
                  <a:pt x="0" y="6664282"/>
                </a:lnTo>
                <a:lnTo>
                  <a:pt x="10042068" y="6664282"/>
                </a:lnTo>
                <a:lnTo>
                  <a:pt x="10042068" y="0"/>
                </a:lnTo>
                <a:close/>
              </a:path>
            </a:pathLst>
          </a:custGeom>
          <a:blipFill rotWithShape="0">
            <a:blip r:embed="rId5">
              <a:extLst>
                <a:ext uri="{96DAC541-7B7A-43D3-8B79-37D633B846F1}">
                  <asvg:svgBlip xmlns:asvg="http://schemas.microsoft.com/office/drawing/2016/SVG/main" r:embed="rId6"/>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64" name="Freeform 5"/>
          <p:cNvSpPr/>
          <p:nvPr/>
        </p:nvSpPr>
        <p:spPr>
          <a:xfrm flipH="1" flipV="1">
            <a:off x="-720360" y="8996400"/>
            <a:ext cx="20408400" cy="1442520"/>
          </a:xfrm>
          <a:custGeom>
            <a:avLst/>
            <a:gdLst>
              <a:gd name="textAreaLeft" fmla="*/ -360 w 20408400"/>
              <a:gd name="textAreaRight" fmla="*/ 20408760 w 20408400"/>
              <a:gd name="textAreaTop" fmla="*/ 360 h 1442520"/>
              <a:gd name="textAreaBottom" fmla="*/ 1443600 h 1442520"/>
            </a:gdLst>
            <a:ahLst/>
            <a:cxnLst/>
            <a:rect l="textAreaLeft" t="textAreaTop" r="textAreaRight" b="textAreaBottom"/>
            <a:pathLst>
              <a:path w="20409103" h="1443068">
                <a:moveTo>
                  <a:pt x="20409103" y="1443068"/>
                </a:moveTo>
                <a:lnTo>
                  <a:pt x="0" y="1443068"/>
                </a:lnTo>
                <a:lnTo>
                  <a:pt x="0" y="0"/>
                </a:lnTo>
                <a:lnTo>
                  <a:pt x="20409103" y="0"/>
                </a:lnTo>
                <a:lnTo>
                  <a:pt x="20409103" y="1443068"/>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65" name="Freeform 6"/>
          <p:cNvSpPr/>
          <p:nvPr/>
        </p:nvSpPr>
        <p:spPr>
          <a:xfrm>
            <a:off x="13169880" y="5618160"/>
            <a:ext cx="5117400" cy="3395880"/>
          </a:xfrm>
          <a:custGeom>
            <a:avLst/>
            <a:gdLst>
              <a:gd name="textAreaLeft" fmla="*/ 0 w 5117400"/>
              <a:gd name="textAreaRight" fmla="*/ 5118120 w 5117400"/>
              <a:gd name="textAreaTop" fmla="*/ 0 h 3395880"/>
              <a:gd name="textAreaBottom" fmla="*/ 3396600 h 3395880"/>
            </a:gdLst>
            <a:ahLst/>
            <a:cxnLst/>
            <a:rect l="textAreaLeft" t="textAreaTop" r="textAreaRight" b="textAreaBottom"/>
            <a:pathLst>
              <a:path w="5118141" h="3396585">
                <a:moveTo>
                  <a:pt x="0" y="0"/>
                </a:moveTo>
                <a:lnTo>
                  <a:pt x="5118141" y="0"/>
                </a:lnTo>
                <a:lnTo>
                  <a:pt x="5118141" y="3396585"/>
                </a:lnTo>
                <a:lnTo>
                  <a:pt x="0" y="3396585"/>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66" name="TextBox 7"/>
          <p:cNvSpPr/>
          <p:nvPr/>
        </p:nvSpPr>
        <p:spPr>
          <a:xfrm>
            <a:off x="5334840" y="1191600"/>
            <a:ext cx="7617240" cy="1013400"/>
          </a:xfrm>
          <a:prstGeom prst="rect">
            <a:avLst/>
          </a:prstGeom>
          <a:noFill/>
          <a:ln w="0">
            <a:noFill/>
          </a:ln>
        </p:spPr>
        <p:style>
          <a:lnRef idx="0"/>
          <a:fillRef idx="0"/>
          <a:effectRef idx="0"/>
          <a:fontRef idx="minor"/>
        </p:style>
        <p:txBody>
          <a:bodyPr lIns="0" rIns="0" tIns="0" bIns="0" anchor="t">
            <a:spAutoFit/>
          </a:bodyPr>
          <a:p>
            <a:pPr algn="ctr" defTabSz="914400">
              <a:lnSpc>
                <a:spcPts val="7747"/>
              </a:lnSpc>
            </a:pPr>
            <a:r>
              <a:rPr lang="en-US" sz="7240" b="1" u="none" strike="noStrike">
                <a:solidFill>
                  <a:srgbClr val="1f305d"/>
                </a:solidFill>
                <a:effectLst/>
                <a:uFillTx/>
                <a:latin typeface="Aileron Bold"/>
                <a:ea typeface="Aileron Bold"/>
              </a:rPr>
              <a:t>Research Paper</a:t>
            </a:r>
            <a:endParaRPr lang="en-IN" sz="7240" b="0" u="none" strike="noStrike">
              <a:solidFill>
                <a:srgbClr val="000000"/>
              </a:solidFill>
              <a:effectLst/>
              <a:uFillTx/>
              <a:latin typeface="Arial"/>
            </a:endParaRPr>
          </a:p>
        </p:txBody>
      </p:sp>
      <p:sp>
        <p:nvSpPr>
          <p:cNvPr id="67" name="Freeform 8"/>
          <p:cNvSpPr/>
          <p:nvPr/>
        </p:nvSpPr>
        <p:spPr>
          <a:xfrm flipH="1">
            <a:off x="-1051200" y="1355040"/>
            <a:ext cx="5117400" cy="3395880"/>
          </a:xfrm>
          <a:custGeom>
            <a:avLst/>
            <a:gdLst>
              <a:gd name="textAreaLeft" fmla="*/ 360 w 5117400"/>
              <a:gd name="textAreaRight" fmla="*/ 5118480 w 5117400"/>
              <a:gd name="textAreaTop" fmla="*/ 0 h 3395880"/>
              <a:gd name="textAreaBottom" fmla="*/ 3396600 h 3395880"/>
            </a:gdLst>
            <a:ahLst/>
            <a:cxnLst/>
            <a:rect l="textAreaLeft" t="textAreaTop" r="textAreaRight" b="textAreaBottom"/>
            <a:pathLst>
              <a:path w="5118141" h="3396585">
                <a:moveTo>
                  <a:pt x="5118141" y="0"/>
                </a:moveTo>
                <a:lnTo>
                  <a:pt x="0" y="0"/>
                </a:lnTo>
                <a:lnTo>
                  <a:pt x="0" y="3396585"/>
                </a:lnTo>
                <a:lnTo>
                  <a:pt x="5118141" y="3396585"/>
                </a:lnTo>
                <a:lnTo>
                  <a:pt x="5118141"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68" name="TextBox 9"/>
          <p:cNvSpPr/>
          <p:nvPr/>
        </p:nvSpPr>
        <p:spPr>
          <a:xfrm>
            <a:off x="2526120" y="3791160"/>
            <a:ext cx="8633520" cy="448560"/>
          </a:xfrm>
          <a:prstGeom prst="rect">
            <a:avLst/>
          </a:prstGeom>
          <a:noFill/>
          <a:ln w="0">
            <a:noFill/>
          </a:ln>
        </p:spPr>
        <p:style>
          <a:lnRef idx="0"/>
          <a:fillRef idx="0"/>
          <a:effectRef idx="0"/>
          <a:fontRef idx="minor"/>
        </p:style>
        <p:txBody>
          <a:bodyPr lIns="0" rIns="0" tIns="0" bIns="0" anchor="t">
            <a:spAutoFit/>
          </a:bodyPr>
          <a:p>
            <a:pPr defTabSz="914400">
              <a:lnSpc>
                <a:spcPts val="3532"/>
              </a:lnSpc>
            </a:pPr>
            <a:r>
              <a:rPr lang="en-US" sz="3300" b="1" u="none" strike="noStrike">
                <a:solidFill>
                  <a:srgbClr val="1f305d"/>
                </a:solidFill>
                <a:effectLst/>
                <a:uFillTx/>
                <a:latin typeface="Aileron Bold"/>
                <a:ea typeface="Aileron Bold"/>
              </a:rPr>
              <a:t>Team Name: SMART DROPS</a:t>
            </a:r>
            <a:endParaRPr lang="en-IN" sz="3300" b="0" u="none" strike="noStrike">
              <a:solidFill>
                <a:srgbClr val="000000"/>
              </a:solidFill>
              <a:effectLst/>
              <a:uFillTx/>
              <a:latin typeface="Arial"/>
            </a:endParaRPr>
          </a:p>
        </p:txBody>
      </p:sp>
      <p:sp>
        <p:nvSpPr>
          <p:cNvPr id="69" name="TextBox 10"/>
          <p:cNvSpPr/>
          <p:nvPr/>
        </p:nvSpPr>
        <p:spPr>
          <a:xfrm>
            <a:off x="2526120" y="4551480"/>
            <a:ext cx="6293520" cy="448560"/>
          </a:xfrm>
          <a:prstGeom prst="rect">
            <a:avLst/>
          </a:prstGeom>
          <a:noFill/>
          <a:ln w="0">
            <a:noFill/>
          </a:ln>
        </p:spPr>
        <p:style>
          <a:lnRef idx="0"/>
          <a:fillRef idx="0"/>
          <a:effectRef idx="0"/>
          <a:fontRef idx="minor"/>
        </p:style>
        <p:txBody>
          <a:bodyPr lIns="0" rIns="0" tIns="0" bIns="0" anchor="t">
            <a:spAutoFit/>
          </a:bodyPr>
          <a:p>
            <a:pPr defTabSz="914400">
              <a:lnSpc>
                <a:spcPts val="3532"/>
              </a:lnSpc>
            </a:pPr>
            <a:r>
              <a:rPr lang="en-US" sz="3300" b="1" u="none" strike="noStrike">
                <a:solidFill>
                  <a:srgbClr val="1f305d"/>
                </a:solidFill>
                <a:effectLst/>
                <a:uFillTx/>
                <a:latin typeface="Aileron Bold"/>
                <a:ea typeface="Aileron Bold"/>
              </a:rPr>
              <a:t>Team ID: PY0129</a:t>
            </a:r>
            <a:endParaRPr lang="en-IN" sz="3300" b="0" u="none" strike="noStrike">
              <a:solidFill>
                <a:srgbClr val="000000"/>
              </a:solidFill>
              <a:effectLst/>
              <a:uFillTx/>
              <a:latin typeface="Arial"/>
            </a:endParaRPr>
          </a:p>
        </p:txBody>
      </p:sp>
      <p:sp>
        <p:nvSpPr>
          <p:cNvPr id="70" name="TextBox 11"/>
          <p:cNvSpPr/>
          <p:nvPr/>
        </p:nvSpPr>
        <p:spPr>
          <a:xfrm>
            <a:off x="2526120" y="5310720"/>
            <a:ext cx="7733520" cy="448560"/>
          </a:xfrm>
          <a:prstGeom prst="rect">
            <a:avLst/>
          </a:prstGeom>
          <a:noFill/>
          <a:ln w="0">
            <a:noFill/>
          </a:ln>
        </p:spPr>
        <p:style>
          <a:lnRef idx="0"/>
          <a:fillRef idx="0"/>
          <a:effectRef idx="0"/>
          <a:fontRef idx="minor"/>
        </p:style>
        <p:txBody>
          <a:bodyPr lIns="0" rIns="0" tIns="0" bIns="0" anchor="t">
            <a:spAutoFit/>
          </a:bodyPr>
          <a:p>
            <a:pPr defTabSz="914400">
              <a:lnSpc>
                <a:spcPts val="3532"/>
              </a:lnSpc>
            </a:pPr>
            <a:r>
              <a:rPr lang="en-US" sz="3300" b="1" u="none" strike="noStrike">
                <a:solidFill>
                  <a:srgbClr val="1f305d"/>
                </a:solidFill>
                <a:effectLst/>
                <a:uFillTx/>
                <a:latin typeface="Aileron Bold"/>
                <a:ea typeface="Aileron Bold"/>
              </a:rPr>
              <a:t>Team Lead: Mohamed Arshath M</a:t>
            </a:r>
            <a:endParaRPr lang="en-IN" sz="3300" b="0" u="none" strike="noStrike">
              <a:solidFill>
                <a:srgbClr val="000000"/>
              </a:solidFill>
              <a:effectLst/>
              <a:uFillTx/>
              <a:latin typeface="Arial"/>
            </a:endParaRPr>
          </a:p>
        </p:txBody>
      </p:sp>
      <p:sp>
        <p:nvSpPr>
          <p:cNvPr id="71" name="TextBox 12"/>
          <p:cNvSpPr/>
          <p:nvPr/>
        </p:nvSpPr>
        <p:spPr>
          <a:xfrm>
            <a:off x="2526120" y="6069960"/>
            <a:ext cx="7733520" cy="2242440"/>
          </a:xfrm>
          <a:prstGeom prst="rect">
            <a:avLst/>
          </a:prstGeom>
          <a:noFill/>
          <a:ln w="0">
            <a:noFill/>
          </a:ln>
        </p:spPr>
        <p:style>
          <a:lnRef idx="0"/>
          <a:fillRef idx="0"/>
          <a:effectRef idx="0"/>
          <a:fontRef idx="minor"/>
        </p:style>
        <p:txBody>
          <a:bodyPr lIns="0" rIns="0" tIns="0" bIns="0" anchor="t">
            <a:spAutoFit/>
          </a:bodyPr>
          <a:p>
            <a:pPr defTabSz="914400">
              <a:lnSpc>
                <a:spcPts val="3532"/>
              </a:lnSpc>
            </a:pPr>
            <a:r>
              <a:rPr lang="en-US" sz="3300" b="1" u="none" strike="noStrike">
                <a:solidFill>
                  <a:srgbClr val="1f305d"/>
                </a:solidFill>
                <a:effectLst/>
                <a:uFillTx/>
                <a:latin typeface="Aileron Bold"/>
                <a:ea typeface="Aileron Bold"/>
              </a:rPr>
              <a:t>Team Members: Sanjay K,</a:t>
            </a:r>
            <a:endParaRPr lang="en-IN" sz="3300" b="0" u="none" strike="noStrike">
              <a:solidFill>
                <a:srgbClr val="000000"/>
              </a:solidFill>
              <a:effectLst/>
              <a:uFillTx/>
              <a:latin typeface="Arial"/>
            </a:endParaRPr>
          </a:p>
          <a:p>
            <a:pPr defTabSz="914400">
              <a:lnSpc>
                <a:spcPts val="3532"/>
              </a:lnSpc>
            </a:pPr>
            <a:r>
              <a:rPr lang="en-US" sz="3300" b="1" u="none" strike="noStrike">
                <a:solidFill>
                  <a:srgbClr val="1f305d"/>
                </a:solidFill>
                <a:effectLst/>
                <a:uFillTx/>
                <a:latin typeface="Aileron Bold"/>
                <a:ea typeface="Aileron Bold"/>
              </a:rPr>
              <a:t>                                   Sonika M,</a:t>
            </a:r>
            <a:endParaRPr lang="en-IN" sz="3300" b="0" u="none" strike="noStrike">
              <a:solidFill>
                <a:srgbClr val="000000"/>
              </a:solidFill>
              <a:effectLst/>
              <a:uFillTx/>
              <a:latin typeface="Arial"/>
            </a:endParaRPr>
          </a:p>
          <a:p>
            <a:pPr defTabSz="914400">
              <a:lnSpc>
                <a:spcPts val="3532"/>
              </a:lnSpc>
            </a:pPr>
            <a:r>
              <a:rPr lang="en-US" sz="3300" b="1" u="none" strike="noStrike">
                <a:solidFill>
                  <a:srgbClr val="1f305d"/>
                </a:solidFill>
                <a:effectLst/>
                <a:uFillTx/>
                <a:latin typeface="Aileron Bold"/>
                <a:ea typeface="Aileron Bold"/>
              </a:rPr>
              <a:t>                                   Rakshitha K S,</a:t>
            </a:r>
            <a:endParaRPr lang="en-IN" sz="3300" b="0" u="none" strike="noStrike">
              <a:solidFill>
                <a:srgbClr val="000000"/>
              </a:solidFill>
              <a:effectLst/>
              <a:uFillTx/>
              <a:latin typeface="Arial"/>
            </a:endParaRPr>
          </a:p>
          <a:p>
            <a:pPr defTabSz="914400">
              <a:lnSpc>
                <a:spcPts val="3532"/>
              </a:lnSpc>
            </a:pPr>
            <a:r>
              <a:rPr lang="en-US" sz="3300" b="1" u="none" strike="noStrike">
                <a:solidFill>
                  <a:srgbClr val="1f305d"/>
                </a:solidFill>
                <a:effectLst/>
                <a:uFillTx/>
                <a:latin typeface="Aileron Bold"/>
                <a:ea typeface="Aileron Bold"/>
              </a:rPr>
              <a:t>                                   Vaisika P,</a:t>
            </a:r>
            <a:endParaRPr lang="en-IN" sz="3300" b="0" u="none" strike="noStrike">
              <a:solidFill>
                <a:srgbClr val="000000"/>
              </a:solidFill>
              <a:effectLst/>
              <a:uFillTx/>
              <a:latin typeface="Arial"/>
            </a:endParaRPr>
          </a:p>
          <a:p>
            <a:pPr defTabSz="914400">
              <a:lnSpc>
                <a:spcPts val="3532"/>
              </a:lnSpc>
            </a:pPr>
            <a:r>
              <a:rPr lang="en-US" sz="3300" b="1" u="none" strike="noStrike">
                <a:solidFill>
                  <a:srgbClr val="1f305d"/>
                </a:solidFill>
                <a:effectLst/>
                <a:uFillTx/>
                <a:latin typeface="Aileron Bold"/>
                <a:ea typeface="Aileron Bold"/>
              </a:rPr>
              <a:t>                                   Sai Ragavi A C</a:t>
            </a:r>
            <a:endParaRPr lang="en-IN" sz="3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Freeform 2"/>
          <p:cNvSpPr/>
          <p:nvPr/>
        </p:nvSpPr>
        <p:spPr>
          <a:xfrm flipV="1">
            <a:off x="10717560" y="792360"/>
            <a:ext cx="8638200" cy="5732280"/>
          </a:xfrm>
          <a:custGeom>
            <a:avLst/>
            <a:gdLst>
              <a:gd name="textAreaLeft" fmla="*/ 0 w 8638200"/>
              <a:gd name="textAreaRight" fmla="*/ 8638920 w 8638200"/>
              <a:gd name="textAreaTop" fmla="*/ 360 h 5732280"/>
              <a:gd name="textAreaBottom" fmla="*/ 5733360 h 5732280"/>
            </a:gdLst>
            <a:ahLst/>
            <a:cxnLst/>
            <a:rect l="textAreaLeft" t="textAreaTop" r="textAreaRight" b="textAreaBottom"/>
            <a:pathLst>
              <a:path w="8638773" h="5733004">
                <a:moveTo>
                  <a:pt x="0" y="5733003"/>
                </a:moveTo>
                <a:lnTo>
                  <a:pt x="8638773" y="5733003"/>
                </a:lnTo>
                <a:lnTo>
                  <a:pt x="8638773" y="0"/>
                </a:lnTo>
                <a:lnTo>
                  <a:pt x="0" y="0"/>
                </a:lnTo>
                <a:lnTo>
                  <a:pt x="0" y="5733003"/>
                </a:lnTo>
                <a:close/>
              </a:path>
            </a:pathLst>
          </a:custGeom>
          <a:blipFill rotWithShape="0">
            <a:blip r:embed="rId1">
              <a:extLst>
                <a:ext uri="{96DAC541-7B7A-43D3-8B79-37D633B846F1}">
                  <asvg:svgBlip xmlns:asvg="http://schemas.microsoft.com/office/drawing/2016/SVG/main" r:embed="rId2"/>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73" name="Freeform 3"/>
          <p:cNvSpPr/>
          <p:nvPr/>
        </p:nvSpPr>
        <p:spPr>
          <a:xfrm flipH="1">
            <a:off x="-1169640" y="2880000"/>
            <a:ext cx="8182080" cy="5477040"/>
          </a:xfrm>
          <a:custGeom>
            <a:avLst/>
            <a:gdLst>
              <a:gd name="textAreaLeft" fmla="*/ -360 w 8182080"/>
              <a:gd name="textAreaRight" fmla="*/ 8182440 w 8182080"/>
              <a:gd name="textAreaTop" fmla="*/ 0 h 5477040"/>
              <a:gd name="textAreaBottom" fmla="*/ 5477760 h 5477040"/>
            </a:gdLst>
            <a:ahLst/>
            <a:cxnLst/>
            <a:rect l="textAreaLeft" t="textAreaTop" r="textAreaRight" b="textAreaBottom"/>
            <a:pathLst>
              <a:path w="8182690" h="5430330">
                <a:moveTo>
                  <a:pt x="8182690" y="0"/>
                </a:moveTo>
                <a:lnTo>
                  <a:pt x="0" y="0"/>
                </a:lnTo>
                <a:lnTo>
                  <a:pt x="0" y="5430331"/>
                </a:lnTo>
                <a:lnTo>
                  <a:pt x="8182690" y="5430331"/>
                </a:lnTo>
                <a:lnTo>
                  <a:pt x="8182690" y="0"/>
                </a:lnTo>
                <a:close/>
              </a:path>
            </a:pathLst>
          </a:custGeom>
          <a:blipFill rotWithShape="0">
            <a:blip r:embed="rId3">
              <a:extLst>
                <a:ext uri="{96DAC541-7B7A-43D3-8B79-37D633B846F1}">
                  <asvg:svgBlip xmlns:asvg="http://schemas.microsoft.com/office/drawing/2016/SVG/main" r:embed="rId4"/>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74" name="Freeform 4"/>
          <p:cNvSpPr/>
          <p:nvPr/>
        </p:nvSpPr>
        <p:spPr>
          <a:xfrm>
            <a:off x="13782240" y="23760"/>
            <a:ext cx="5117400" cy="3395880"/>
          </a:xfrm>
          <a:custGeom>
            <a:avLst/>
            <a:gdLst>
              <a:gd name="textAreaLeft" fmla="*/ 0 w 5117400"/>
              <a:gd name="textAreaRight" fmla="*/ 5118120 w 5117400"/>
              <a:gd name="textAreaTop" fmla="*/ 0 h 3395880"/>
              <a:gd name="textAreaBottom" fmla="*/ 3396600 h 3395880"/>
            </a:gdLst>
            <a:ahLst/>
            <a:cxnLst/>
            <a:rect l="textAreaLeft" t="textAreaTop" r="textAreaRight" b="textAreaBottom"/>
            <a:pathLst>
              <a:path w="5118141" h="3396585">
                <a:moveTo>
                  <a:pt x="0" y="0"/>
                </a:moveTo>
                <a:lnTo>
                  <a:pt x="5118141" y="0"/>
                </a:lnTo>
                <a:lnTo>
                  <a:pt x="5118141" y="3396585"/>
                </a:lnTo>
                <a:lnTo>
                  <a:pt x="0" y="3396585"/>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75" name="Freeform 5"/>
          <p:cNvSpPr/>
          <p:nvPr/>
        </p:nvSpPr>
        <p:spPr>
          <a:xfrm flipH="1">
            <a:off x="-258480" y="6840000"/>
            <a:ext cx="5117400" cy="3395880"/>
          </a:xfrm>
          <a:custGeom>
            <a:avLst/>
            <a:gdLst>
              <a:gd name="textAreaLeft" fmla="*/ 360 w 5117400"/>
              <a:gd name="textAreaRight" fmla="*/ 5118480 w 5117400"/>
              <a:gd name="textAreaTop" fmla="*/ 0 h 3395880"/>
              <a:gd name="textAreaBottom" fmla="*/ 3396600 h 3395880"/>
            </a:gdLst>
            <a:ahLst/>
            <a:cxnLst/>
            <a:rect l="textAreaLeft" t="textAreaTop" r="textAreaRight" b="textAreaBottom"/>
            <a:pathLst>
              <a:path w="5118141" h="3396585">
                <a:moveTo>
                  <a:pt x="5118142" y="0"/>
                </a:moveTo>
                <a:lnTo>
                  <a:pt x="0" y="0"/>
                </a:lnTo>
                <a:lnTo>
                  <a:pt x="0" y="3396585"/>
                </a:lnTo>
                <a:lnTo>
                  <a:pt x="5118142" y="3396585"/>
                </a:lnTo>
                <a:lnTo>
                  <a:pt x="5118142"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76" name="Freeform 6"/>
          <p:cNvSpPr/>
          <p:nvPr/>
        </p:nvSpPr>
        <p:spPr>
          <a:xfrm>
            <a:off x="-60480" y="-24120"/>
            <a:ext cx="5280480" cy="3984120"/>
          </a:xfrm>
          <a:custGeom>
            <a:avLst/>
            <a:gdLst>
              <a:gd name="textAreaLeft" fmla="*/ 0 w 5280480"/>
              <a:gd name="textAreaRight" fmla="*/ 5281200 w 5280480"/>
              <a:gd name="textAreaTop" fmla="*/ 0 h 3984120"/>
              <a:gd name="textAreaBottom" fmla="*/ 3984840 h 3984120"/>
            </a:gdLst>
            <a:ahLst/>
            <a:cxnLst/>
            <a:rect l="textAreaLeft" t="textAreaTop" r="textAreaRight" b="textAreaBottom"/>
            <a:pathLst>
              <a:path w="5281132" h="3984854">
                <a:moveTo>
                  <a:pt x="0" y="0"/>
                </a:moveTo>
                <a:lnTo>
                  <a:pt x="5281132" y="0"/>
                </a:lnTo>
                <a:lnTo>
                  <a:pt x="5281132" y="3984854"/>
                </a:lnTo>
                <a:lnTo>
                  <a:pt x="0" y="3984854"/>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77" name="Freeform 7"/>
          <p:cNvSpPr/>
          <p:nvPr/>
        </p:nvSpPr>
        <p:spPr>
          <a:xfrm flipH="1" flipV="1">
            <a:off x="13408920" y="6837480"/>
            <a:ext cx="5171040" cy="3901680"/>
          </a:xfrm>
          <a:custGeom>
            <a:avLst/>
            <a:gdLst>
              <a:gd name="textAreaLeft" fmla="*/ -360 w 5171040"/>
              <a:gd name="textAreaRight" fmla="*/ 5171400 w 5171040"/>
              <a:gd name="textAreaTop" fmla="*/ -360 h 3901680"/>
              <a:gd name="textAreaBottom" fmla="*/ 3902040 h 3901680"/>
            </a:gdLst>
            <a:ahLst/>
            <a:cxnLst/>
            <a:rect l="textAreaLeft" t="textAreaTop" r="textAreaRight" b="textAreaBottom"/>
            <a:pathLst>
              <a:path w="5171931" h="3902457">
                <a:moveTo>
                  <a:pt x="5171930" y="3902456"/>
                </a:moveTo>
                <a:lnTo>
                  <a:pt x="0" y="3902456"/>
                </a:lnTo>
                <a:lnTo>
                  <a:pt x="0" y="0"/>
                </a:lnTo>
                <a:lnTo>
                  <a:pt x="5171930" y="0"/>
                </a:lnTo>
                <a:lnTo>
                  <a:pt x="5171930" y="3902456"/>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78" name="TextBox 8"/>
          <p:cNvSpPr/>
          <p:nvPr/>
        </p:nvSpPr>
        <p:spPr>
          <a:xfrm>
            <a:off x="5802840" y="1085760"/>
            <a:ext cx="8287920" cy="732960"/>
          </a:xfrm>
          <a:prstGeom prst="rect">
            <a:avLst/>
          </a:prstGeom>
          <a:noFill/>
          <a:ln w="0">
            <a:noFill/>
          </a:ln>
        </p:spPr>
        <p:style>
          <a:lnRef idx="0"/>
          <a:fillRef idx="0"/>
          <a:effectRef idx="0"/>
          <a:fontRef idx="minor"/>
        </p:style>
        <p:txBody>
          <a:bodyPr lIns="0" rIns="0" tIns="0" bIns="0" anchor="t">
            <a:spAutoFit/>
          </a:bodyPr>
          <a:p>
            <a:pPr defTabSz="914400">
              <a:lnSpc>
                <a:spcPts val="5564"/>
              </a:lnSpc>
            </a:pPr>
            <a:r>
              <a:rPr lang="en-US" sz="5200" b="1" u="none" strike="noStrike">
                <a:solidFill>
                  <a:srgbClr val="1f305d"/>
                </a:solidFill>
                <a:effectLst/>
                <a:uFillTx/>
                <a:latin typeface="Aileron Bold"/>
                <a:ea typeface="Aileron Bold"/>
              </a:rPr>
              <a:t>Problem statement</a:t>
            </a:r>
            <a:endParaRPr lang="en-IN" sz="5200" b="0" u="none" strike="noStrike">
              <a:solidFill>
                <a:srgbClr val="000000"/>
              </a:solidFill>
              <a:effectLst/>
              <a:uFillTx/>
              <a:latin typeface="Arial"/>
            </a:endParaRPr>
          </a:p>
        </p:txBody>
      </p:sp>
      <p:sp>
        <p:nvSpPr>
          <p:cNvPr id="79" name=""/>
          <p:cNvSpPr/>
          <p:nvPr/>
        </p:nvSpPr>
        <p:spPr>
          <a:xfrm>
            <a:off x="2160000" y="2880000"/>
            <a:ext cx="12419640" cy="5219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2800" b="0" u="none" strike="noStrike">
                <a:solidFill>
                  <a:srgbClr val="000000"/>
                </a:solidFill>
                <a:effectLst/>
                <a:uFillTx/>
                <a:latin typeface="Arial"/>
              </a:rPr>
              <a:t>          Traditional irrigation methods leads to heavily on manual operation and fixed schedules, which often lead to overwatering or underwatering of crops. This results in inefficient water usage, increased labor effort, and reduced crop productivity. Additionally, farmers lack real-time information about soil and environmental conditions, making it difficult to make accurate irrigation decisions. There is also no proper mechanism to detect issues such as water flow failure or system faults. Therefore, there is a need for a smart and automated irrigation system that can monitor field conditions in real time, optimize water usage, reduce manual work, and provide remote monitoring and control for efficient agricultural management. </a:t>
            </a: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Freeform 2"/>
          <p:cNvSpPr/>
          <p:nvPr/>
        </p:nvSpPr>
        <p:spPr>
          <a:xfrm flipV="1">
            <a:off x="9144000" y="1353600"/>
            <a:ext cx="10041480" cy="6663600"/>
          </a:xfrm>
          <a:custGeom>
            <a:avLst/>
            <a:gdLst>
              <a:gd name="textAreaLeft" fmla="*/ 0 w 10041480"/>
              <a:gd name="textAreaRight" fmla="*/ 10042200 w 10041480"/>
              <a:gd name="textAreaTop" fmla="*/ -360 h 6663600"/>
              <a:gd name="textAreaBottom" fmla="*/ 6663960 h 6663600"/>
            </a:gdLst>
            <a:ahLst/>
            <a:cxnLst/>
            <a:rect l="textAreaLeft" t="textAreaTop" r="textAreaRight" b="textAreaBottom"/>
            <a:pathLst>
              <a:path w="10042068" h="6664282">
                <a:moveTo>
                  <a:pt x="0" y="6664282"/>
                </a:moveTo>
                <a:lnTo>
                  <a:pt x="10042068" y="6664282"/>
                </a:lnTo>
                <a:lnTo>
                  <a:pt x="10042068" y="0"/>
                </a:lnTo>
                <a:lnTo>
                  <a:pt x="0" y="0"/>
                </a:lnTo>
                <a:lnTo>
                  <a:pt x="0" y="6664282"/>
                </a:lnTo>
                <a:close/>
              </a:path>
            </a:pathLst>
          </a:custGeom>
          <a:blipFill rotWithShape="0">
            <a:blip r:embed="rId1">
              <a:extLst>
                <a:ext uri="{96DAC541-7B7A-43D3-8B79-37D633B846F1}">
                  <asvg:svgBlip xmlns:asvg="http://schemas.microsoft.com/office/drawing/2016/SVG/main" r:embed="rId2"/>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1" name="Freeform 3"/>
          <p:cNvSpPr/>
          <p:nvPr/>
        </p:nvSpPr>
        <p:spPr>
          <a:xfrm flipH="1">
            <a:off x="-898560" y="2311560"/>
            <a:ext cx="10041480" cy="6663600"/>
          </a:xfrm>
          <a:custGeom>
            <a:avLst/>
            <a:gdLst>
              <a:gd name="textAreaLeft" fmla="*/ 360 w 10041480"/>
              <a:gd name="textAreaRight" fmla="*/ 10042560 w 10041480"/>
              <a:gd name="textAreaTop" fmla="*/ 0 h 6663600"/>
              <a:gd name="textAreaBottom" fmla="*/ 6664320 h 6663600"/>
            </a:gdLst>
            <a:ahLst/>
            <a:cxnLst/>
            <a:rect l="textAreaLeft" t="textAreaTop" r="textAreaRight" b="textAreaBottom"/>
            <a:pathLst>
              <a:path w="10042068" h="6664282">
                <a:moveTo>
                  <a:pt x="10042068" y="0"/>
                </a:moveTo>
                <a:lnTo>
                  <a:pt x="0" y="0"/>
                </a:lnTo>
                <a:lnTo>
                  <a:pt x="0" y="6664282"/>
                </a:lnTo>
                <a:lnTo>
                  <a:pt x="10042068" y="6664282"/>
                </a:lnTo>
                <a:lnTo>
                  <a:pt x="10042068" y="0"/>
                </a:lnTo>
                <a:close/>
              </a:path>
            </a:pathLst>
          </a:custGeom>
          <a:blipFill rotWithShape="0">
            <a:blip r:embed="rId3">
              <a:extLst>
                <a:ext uri="{96DAC541-7B7A-43D3-8B79-37D633B846F1}">
                  <asvg:svgBlip xmlns:asvg="http://schemas.microsoft.com/office/drawing/2016/SVG/main" r:embed="rId4"/>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2" name="Freeform 4"/>
          <p:cNvSpPr/>
          <p:nvPr/>
        </p:nvSpPr>
        <p:spPr>
          <a:xfrm>
            <a:off x="14711400" y="4982760"/>
            <a:ext cx="4215600" cy="2797200"/>
          </a:xfrm>
          <a:custGeom>
            <a:avLst/>
            <a:gdLst>
              <a:gd name="textAreaLeft" fmla="*/ 0 w 4215600"/>
              <a:gd name="textAreaRight" fmla="*/ 4216320 w 4215600"/>
              <a:gd name="textAreaTop" fmla="*/ 0 h 2797200"/>
              <a:gd name="textAreaBottom" fmla="*/ 2797920 h 2797200"/>
            </a:gdLst>
            <a:ahLst/>
            <a:cxnLst/>
            <a:rect l="textAreaLeft" t="textAreaTop" r="textAreaRight" b="textAreaBottom"/>
            <a:pathLst>
              <a:path w="4216232" h="2798045">
                <a:moveTo>
                  <a:pt x="0" y="0"/>
                </a:moveTo>
                <a:lnTo>
                  <a:pt x="4216232" y="0"/>
                </a:lnTo>
                <a:lnTo>
                  <a:pt x="4216232" y="2798045"/>
                </a:lnTo>
                <a:lnTo>
                  <a:pt x="0" y="2798045"/>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3" name="Freeform 5"/>
          <p:cNvSpPr/>
          <p:nvPr/>
        </p:nvSpPr>
        <p:spPr>
          <a:xfrm flipH="1">
            <a:off x="-720" y="900000"/>
            <a:ext cx="5117400" cy="3395880"/>
          </a:xfrm>
          <a:custGeom>
            <a:avLst/>
            <a:gdLst>
              <a:gd name="textAreaLeft" fmla="*/ 360 w 5117400"/>
              <a:gd name="textAreaRight" fmla="*/ 5118480 w 5117400"/>
              <a:gd name="textAreaTop" fmla="*/ 0 h 3395880"/>
              <a:gd name="textAreaBottom" fmla="*/ 3396600 h 3395880"/>
            </a:gdLst>
            <a:ahLst/>
            <a:cxnLst/>
            <a:rect l="textAreaLeft" t="textAreaTop" r="textAreaRight" b="textAreaBottom"/>
            <a:pathLst>
              <a:path w="5118141" h="3396585">
                <a:moveTo>
                  <a:pt x="5118141" y="0"/>
                </a:moveTo>
                <a:lnTo>
                  <a:pt x="0" y="0"/>
                </a:lnTo>
                <a:lnTo>
                  <a:pt x="0" y="3396584"/>
                </a:lnTo>
                <a:lnTo>
                  <a:pt x="5118141" y="3396584"/>
                </a:lnTo>
                <a:lnTo>
                  <a:pt x="5118141"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4" name="Freeform 6"/>
          <p:cNvSpPr/>
          <p:nvPr/>
        </p:nvSpPr>
        <p:spPr>
          <a:xfrm>
            <a:off x="0" y="-100440"/>
            <a:ext cx="5380920" cy="4060080"/>
          </a:xfrm>
          <a:custGeom>
            <a:avLst/>
            <a:gdLst>
              <a:gd name="textAreaLeft" fmla="*/ 0 w 5380920"/>
              <a:gd name="textAreaRight" fmla="*/ 5381640 w 5380920"/>
              <a:gd name="textAreaTop" fmla="*/ 0 h 4060080"/>
              <a:gd name="textAreaBottom" fmla="*/ 4060800 h 4060080"/>
            </a:gdLst>
            <a:ahLst/>
            <a:cxnLst/>
            <a:rect l="textAreaLeft" t="textAreaTop" r="textAreaRight" b="textAreaBottom"/>
            <a:pathLst>
              <a:path w="5381659" h="4060706">
                <a:moveTo>
                  <a:pt x="0" y="0"/>
                </a:moveTo>
                <a:lnTo>
                  <a:pt x="5381659" y="0"/>
                </a:lnTo>
                <a:lnTo>
                  <a:pt x="5381659" y="4060707"/>
                </a:lnTo>
                <a:lnTo>
                  <a:pt x="0" y="4060707"/>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5" name="Freeform 7"/>
          <p:cNvSpPr/>
          <p:nvPr/>
        </p:nvSpPr>
        <p:spPr>
          <a:xfrm flipH="1" flipV="1" rot="21579600">
            <a:off x="13041720" y="6752160"/>
            <a:ext cx="5580720" cy="4210920"/>
          </a:xfrm>
          <a:custGeom>
            <a:avLst/>
            <a:gdLst>
              <a:gd name="textAreaLeft" fmla="*/ -360 w 5580720"/>
              <a:gd name="textAreaRight" fmla="*/ 5581080 w 5580720"/>
              <a:gd name="textAreaTop" fmla="*/ 360 h 4210920"/>
              <a:gd name="textAreaBottom" fmla="*/ 4212000 h 4210920"/>
            </a:gdLst>
            <a:ahLst/>
            <a:cxnLst/>
            <a:rect l="textAreaLeft" t="textAreaTop" r="textAreaRight" b="textAreaBottom"/>
            <a:pathLst>
              <a:path w="5581585" h="4211560">
                <a:moveTo>
                  <a:pt x="5581585" y="4211560"/>
                </a:moveTo>
                <a:lnTo>
                  <a:pt x="0" y="4211560"/>
                </a:lnTo>
                <a:lnTo>
                  <a:pt x="0" y="0"/>
                </a:lnTo>
                <a:lnTo>
                  <a:pt x="5581585" y="0"/>
                </a:lnTo>
                <a:lnTo>
                  <a:pt x="5581585" y="421156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6" name="TextBox 8"/>
          <p:cNvSpPr/>
          <p:nvPr/>
        </p:nvSpPr>
        <p:spPr>
          <a:xfrm>
            <a:off x="6987960" y="808560"/>
            <a:ext cx="4914360" cy="732960"/>
          </a:xfrm>
          <a:prstGeom prst="rect">
            <a:avLst/>
          </a:prstGeom>
          <a:noFill/>
          <a:ln w="0">
            <a:noFill/>
          </a:ln>
        </p:spPr>
        <p:style>
          <a:lnRef idx="0"/>
          <a:fillRef idx="0"/>
          <a:effectRef idx="0"/>
          <a:fontRef idx="minor"/>
        </p:style>
        <p:txBody>
          <a:bodyPr lIns="0" rIns="0" tIns="0" bIns="0" anchor="t">
            <a:spAutoFit/>
          </a:bodyPr>
          <a:p>
            <a:pPr defTabSz="914400">
              <a:lnSpc>
                <a:spcPts val="5564"/>
              </a:lnSpc>
            </a:pPr>
            <a:r>
              <a:rPr lang="en-US" sz="5200" b="1" u="none" strike="noStrike">
                <a:solidFill>
                  <a:srgbClr val="1f305d"/>
                </a:solidFill>
                <a:effectLst/>
                <a:uFillTx/>
                <a:latin typeface="Aileron Bold"/>
                <a:ea typeface="Aileron Bold"/>
              </a:rPr>
              <a:t>Objectives</a:t>
            </a:r>
            <a:endParaRPr lang="en-IN" sz="5200" b="0" u="none" strike="noStrike">
              <a:solidFill>
                <a:srgbClr val="000000"/>
              </a:solidFill>
              <a:effectLst/>
              <a:uFillTx/>
              <a:latin typeface="Arial"/>
            </a:endParaRPr>
          </a:p>
        </p:txBody>
      </p:sp>
      <p:sp>
        <p:nvSpPr>
          <p:cNvPr id="87" name=""/>
          <p:cNvSpPr/>
          <p:nvPr/>
        </p:nvSpPr>
        <p:spPr>
          <a:xfrm>
            <a:off x="4824000" y="2179800"/>
            <a:ext cx="7379640" cy="7721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2800" b="0" u="none" strike="noStrike">
                <a:solidFill>
                  <a:srgbClr val="000000"/>
                </a:solidFill>
                <a:effectLst/>
                <a:uFillTx/>
                <a:latin typeface="Arial"/>
              </a:rPr>
              <a:t>1.Develop a Smart Irrigation System using IoT</a:t>
            </a:r>
            <a:endParaRPr lang="en-IN" sz="2800" b="0" u="none" strike="noStrike">
              <a:solidFill>
                <a:srgbClr val="000000"/>
              </a:solidFill>
              <a:effectLst/>
              <a:uFillTx/>
              <a:latin typeface="Arial"/>
            </a:endParaRPr>
          </a:p>
          <a:p>
            <a:pPr>
              <a:lnSpc>
                <a:spcPct val="100000"/>
              </a:lnSpc>
            </a:pPr>
            <a:r>
              <a:rPr lang="en-IN" sz="2800" b="0" u="none" strike="noStrike">
                <a:solidFill>
                  <a:srgbClr val="000000"/>
                </a:solidFill>
                <a:effectLst/>
                <a:uFillTx/>
                <a:latin typeface="Arial"/>
              </a:rPr>
              <a:t>2.Monitor soil moisture and environmental conditions in real time</a:t>
            </a:r>
            <a:endParaRPr lang="en-IN" sz="2800" b="0" u="none" strike="noStrike">
              <a:solidFill>
                <a:srgbClr val="000000"/>
              </a:solidFill>
              <a:effectLst/>
              <a:uFillTx/>
              <a:latin typeface="Arial"/>
            </a:endParaRPr>
          </a:p>
          <a:p>
            <a:pPr>
              <a:lnSpc>
                <a:spcPct val="100000"/>
              </a:lnSpc>
            </a:pPr>
            <a:r>
              <a:rPr lang="en-IN" sz="2800" b="0" u="none" strike="noStrike">
                <a:solidFill>
                  <a:srgbClr val="000000"/>
                </a:solidFill>
                <a:effectLst/>
                <a:uFillTx/>
                <a:latin typeface="Arial"/>
              </a:rPr>
              <a:t>3.Automate water pump control based on soil moisture levels</a:t>
            </a:r>
            <a:endParaRPr lang="en-IN" sz="2800" b="0" u="none" strike="noStrike">
              <a:solidFill>
                <a:srgbClr val="000000"/>
              </a:solidFill>
              <a:effectLst/>
              <a:uFillTx/>
              <a:latin typeface="Arial"/>
            </a:endParaRPr>
          </a:p>
          <a:p>
            <a:pPr>
              <a:lnSpc>
                <a:spcPct val="100000"/>
              </a:lnSpc>
            </a:pPr>
            <a:r>
              <a:rPr lang="en-IN" sz="2800" b="0" u="none" strike="noStrike">
                <a:solidFill>
                  <a:srgbClr val="000000"/>
                </a:solidFill>
                <a:effectLst/>
                <a:uFillTx/>
                <a:latin typeface="Arial"/>
              </a:rPr>
              <a:t>4.Reduce water wastage and improve efficiency</a:t>
            </a:r>
            <a:endParaRPr lang="en-IN" sz="2800" b="0" u="none" strike="noStrike">
              <a:solidFill>
                <a:srgbClr val="000000"/>
              </a:solidFill>
              <a:effectLst/>
              <a:uFillTx/>
              <a:latin typeface="Arial"/>
            </a:endParaRPr>
          </a:p>
          <a:p>
            <a:pPr>
              <a:lnSpc>
                <a:spcPct val="100000"/>
              </a:lnSpc>
            </a:pPr>
            <a:r>
              <a:rPr lang="en-IN" sz="2800" b="0" u="none" strike="noStrike">
                <a:solidFill>
                  <a:srgbClr val="000000"/>
                </a:solidFill>
                <a:effectLst/>
                <a:uFillTx/>
                <a:latin typeface="Arial"/>
              </a:rPr>
              <a:t>5.Enable remote monitoring and control via web dashboard</a:t>
            </a:r>
            <a:endParaRPr lang="en-IN" sz="2800" b="0" u="none" strike="noStrike">
              <a:solidFill>
                <a:srgbClr val="000000"/>
              </a:solidFill>
              <a:effectLst/>
              <a:uFillTx/>
              <a:latin typeface="Arial"/>
            </a:endParaRPr>
          </a:p>
          <a:p>
            <a:pPr>
              <a:lnSpc>
                <a:spcPct val="100000"/>
              </a:lnSpc>
            </a:pPr>
            <a:r>
              <a:rPr lang="en-IN" sz="2800" b="0" u="none" strike="noStrike">
                <a:solidFill>
                  <a:srgbClr val="000000"/>
                </a:solidFill>
                <a:effectLst/>
                <a:uFillTx/>
                <a:latin typeface="Arial"/>
              </a:rPr>
              <a:t>6.Detect faults and send alerts for system issues</a:t>
            </a:r>
            <a:endParaRPr lang="en-IN" sz="2800" b="0" u="none" strike="noStrike">
              <a:solidFill>
                <a:srgbClr val="000000"/>
              </a:solidFill>
              <a:effectLst/>
              <a:uFillTx/>
              <a:latin typeface="Arial"/>
            </a:endParaRPr>
          </a:p>
          <a:p>
            <a:pPr>
              <a:lnSpc>
                <a:spcPct val="100000"/>
              </a:lnSpc>
            </a:pPr>
            <a:r>
              <a:rPr lang="en-IN" sz="2800" b="0" u="none" strike="noStrike">
                <a:solidFill>
                  <a:srgbClr val="000000"/>
                </a:solidFill>
                <a:effectLst/>
                <a:uFillTx/>
                <a:latin typeface="Arial"/>
              </a:rPr>
              <a:t>7.Minimize manual effort and support smart farming</a:t>
            </a:r>
            <a:endParaRPr lang="en-IN" sz="2800" b="0" u="none" strike="noStrike">
              <a:solidFill>
                <a:srgbClr val="000000"/>
              </a:solidFill>
              <a:effectLst/>
              <a:uFillTx/>
              <a:latin typeface="Arial"/>
            </a:endParaRPr>
          </a:p>
          <a:p>
            <a:pPr>
              <a:lnSpc>
                <a:spcPct val="100000"/>
              </a:lnSpc>
            </a:pP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Freeform 2"/>
          <p:cNvSpPr/>
          <p:nvPr/>
        </p:nvSpPr>
        <p:spPr>
          <a:xfrm flipV="1">
            <a:off x="9144000" y="1353600"/>
            <a:ext cx="10041480" cy="6663600"/>
          </a:xfrm>
          <a:custGeom>
            <a:avLst/>
            <a:gdLst>
              <a:gd name="textAreaLeft" fmla="*/ 0 w 10041480"/>
              <a:gd name="textAreaRight" fmla="*/ 10042200 w 10041480"/>
              <a:gd name="textAreaTop" fmla="*/ -360 h 6663600"/>
              <a:gd name="textAreaBottom" fmla="*/ 6663960 h 6663600"/>
            </a:gdLst>
            <a:ahLst/>
            <a:cxnLst/>
            <a:rect l="textAreaLeft" t="textAreaTop" r="textAreaRight" b="textAreaBottom"/>
            <a:pathLst>
              <a:path w="10042068" h="6664282">
                <a:moveTo>
                  <a:pt x="0" y="6664282"/>
                </a:moveTo>
                <a:lnTo>
                  <a:pt x="10042068" y="6664282"/>
                </a:lnTo>
                <a:lnTo>
                  <a:pt x="10042068" y="0"/>
                </a:lnTo>
                <a:lnTo>
                  <a:pt x="0" y="0"/>
                </a:lnTo>
                <a:lnTo>
                  <a:pt x="0" y="6664282"/>
                </a:lnTo>
                <a:close/>
              </a:path>
            </a:pathLst>
          </a:custGeom>
          <a:blipFill rotWithShape="0">
            <a:blip r:embed="rId1">
              <a:extLst>
                <a:ext uri="{96DAC541-7B7A-43D3-8B79-37D633B846F1}">
                  <asvg:svgBlip xmlns:asvg="http://schemas.microsoft.com/office/drawing/2016/SVG/main" r:embed="rId2"/>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89" name="Freeform 3"/>
          <p:cNvSpPr/>
          <p:nvPr/>
        </p:nvSpPr>
        <p:spPr>
          <a:xfrm flipH="1">
            <a:off x="-898920" y="2179800"/>
            <a:ext cx="10041480" cy="6663600"/>
          </a:xfrm>
          <a:custGeom>
            <a:avLst/>
            <a:gdLst>
              <a:gd name="textAreaLeft" fmla="*/ 360 w 10041480"/>
              <a:gd name="textAreaRight" fmla="*/ 10042560 w 10041480"/>
              <a:gd name="textAreaTop" fmla="*/ 0 h 6663600"/>
              <a:gd name="textAreaBottom" fmla="*/ 6664320 h 6663600"/>
            </a:gdLst>
            <a:ahLst/>
            <a:cxnLst/>
            <a:rect l="textAreaLeft" t="textAreaTop" r="textAreaRight" b="textAreaBottom"/>
            <a:pathLst>
              <a:path w="10042068" h="6664282">
                <a:moveTo>
                  <a:pt x="10042068" y="0"/>
                </a:moveTo>
                <a:lnTo>
                  <a:pt x="0" y="0"/>
                </a:lnTo>
                <a:lnTo>
                  <a:pt x="0" y="6664282"/>
                </a:lnTo>
                <a:lnTo>
                  <a:pt x="10042068" y="6664282"/>
                </a:lnTo>
                <a:lnTo>
                  <a:pt x="10042068" y="0"/>
                </a:lnTo>
                <a:close/>
              </a:path>
            </a:pathLst>
          </a:custGeom>
          <a:blipFill rotWithShape="0">
            <a:blip r:embed="rId3">
              <a:extLst>
                <a:ext uri="{96DAC541-7B7A-43D3-8B79-37D633B846F1}">
                  <asvg:svgBlip xmlns:asvg="http://schemas.microsoft.com/office/drawing/2016/SVG/main" r:embed="rId4"/>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0" name="Freeform 4"/>
          <p:cNvSpPr/>
          <p:nvPr/>
        </p:nvSpPr>
        <p:spPr>
          <a:xfrm>
            <a:off x="14711400" y="4982760"/>
            <a:ext cx="4215600" cy="2797200"/>
          </a:xfrm>
          <a:custGeom>
            <a:avLst/>
            <a:gdLst>
              <a:gd name="textAreaLeft" fmla="*/ 0 w 4215600"/>
              <a:gd name="textAreaRight" fmla="*/ 4216320 w 4215600"/>
              <a:gd name="textAreaTop" fmla="*/ 0 h 2797200"/>
              <a:gd name="textAreaBottom" fmla="*/ 2797920 h 2797200"/>
            </a:gdLst>
            <a:ahLst/>
            <a:cxnLst/>
            <a:rect l="textAreaLeft" t="textAreaTop" r="textAreaRight" b="textAreaBottom"/>
            <a:pathLst>
              <a:path w="4216232" h="2798045">
                <a:moveTo>
                  <a:pt x="0" y="0"/>
                </a:moveTo>
                <a:lnTo>
                  <a:pt x="4216232" y="0"/>
                </a:lnTo>
                <a:lnTo>
                  <a:pt x="4216232" y="2798045"/>
                </a:lnTo>
                <a:lnTo>
                  <a:pt x="0" y="2798045"/>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1" name="Freeform 5"/>
          <p:cNvSpPr/>
          <p:nvPr/>
        </p:nvSpPr>
        <p:spPr>
          <a:xfrm flipH="1">
            <a:off x="-78480" y="1440000"/>
            <a:ext cx="5117400" cy="3395880"/>
          </a:xfrm>
          <a:custGeom>
            <a:avLst/>
            <a:gdLst>
              <a:gd name="textAreaLeft" fmla="*/ 360 w 5117400"/>
              <a:gd name="textAreaRight" fmla="*/ 5118480 w 5117400"/>
              <a:gd name="textAreaTop" fmla="*/ 0 h 3395880"/>
              <a:gd name="textAreaBottom" fmla="*/ 3396600 h 3395880"/>
            </a:gdLst>
            <a:ahLst/>
            <a:cxnLst/>
            <a:rect l="textAreaLeft" t="textAreaTop" r="textAreaRight" b="textAreaBottom"/>
            <a:pathLst>
              <a:path w="5118141" h="3396585">
                <a:moveTo>
                  <a:pt x="5118141" y="0"/>
                </a:moveTo>
                <a:lnTo>
                  <a:pt x="0" y="0"/>
                </a:lnTo>
                <a:lnTo>
                  <a:pt x="0" y="3396584"/>
                </a:lnTo>
                <a:lnTo>
                  <a:pt x="5118141" y="3396584"/>
                </a:lnTo>
                <a:lnTo>
                  <a:pt x="5118141"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2" name="Freeform 6"/>
          <p:cNvSpPr/>
          <p:nvPr/>
        </p:nvSpPr>
        <p:spPr>
          <a:xfrm>
            <a:off x="-77760" y="0"/>
            <a:ext cx="5380920" cy="4060080"/>
          </a:xfrm>
          <a:custGeom>
            <a:avLst/>
            <a:gdLst>
              <a:gd name="textAreaLeft" fmla="*/ 0 w 5380920"/>
              <a:gd name="textAreaRight" fmla="*/ 5381640 w 5380920"/>
              <a:gd name="textAreaTop" fmla="*/ 0 h 4060080"/>
              <a:gd name="textAreaBottom" fmla="*/ 4060800 h 4060080"/>
            </a:gdLst>
            <a:ahLst/>
            <a:cxnLst/>
            <a:rect l="textAreaLeft" t="textAreaTop" r="textAreaRight" b="textAreaBottom"/>
            <a:pathLst>
              <a:path w="5381659" h="4060706">
                <a:moveTo>
                  <a:pt x="0" y="0"/>
                </a:moveTo>
                <a:lnTo>
                  <a:pt x="5381659" y="0"/>
                </a:lnTo>
                <a:lnTo>
                  <a:pt x="5381659" y="4060707"/>
                </a:lnTo>
                <a:lnTo>
                  <a:pt x="0" y="4060707"/>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3" name="Freeform 7"/>
          <p:cNvSpPr/>
          <p:nvPr/>
        </p:nvSpPr>
        <p:spPr>
          <a:xfrm flipH="1" flipV="1">
            <a:off x="13030560" y="6736320"/>
            <a:ext cx="5580720" cy="4210920"/>
          </a:xfrm>
          <a:custGeom>
            <a:avLst/>
            <a:gdLst>
              <a:gd name="textAreaLeft" fmla="*/ -360 w 5580720"/>
              <a:gd name="textAreaRight" fmla="*/ 5581080 w 5580720"/>
              <a:gd name="textAreaTop" fmla="*/ 360 h 4210920"/>
              <a:gd name="textAreaBottom" fmla="*/ 4212000 h 4210920"/>
            </a:gdLst>
            <a:ahLst/>
            <a:cxnLst/>
            <a:rect l="textAreaLeft" t="textAreaTop" r="textAreaRight" b="textAreaBottom"/>
            <a:pathLst>
              <a:path w="5581585" h="4211560">
                <a:moveTo>
                  <a:pt x="5581585" y="4211560"/>
                </a:moveTo>
                <a:lnTo>
                  <a:pt x="0" y="4211560"/>
                </a:lnTo>
                <a:lnTo>
                  <a:pt x="0" y="0"/>
                </a:lnTo>
                <a:lnTo>
                  <a:pt x="5581585" y="0"/>
                </a:lnTo>
                <a:lnTo>
                  <a:pt x="5581585" y="421156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4" name="TextBox 8"/>
          <p:cNvSpPr/>
          <p:nvPr/>
        </p:nvSpPr>
        <p:spPr>
          <a:xfrm>
            <a:off x="6686640" y="1412280"/>
            <a:ext cx="4914360" cy="732960"/>
          </a:xfrm>
          <a:prstGeom prst="rect">
            <a:avLst/>
          </a:prstGeom>
          <a:noFill/>
          <a:ln w="0">
            <a:noFill/>
          </a:ln>
        </p:spPr>
        <p:style>
          <a:lnRef idx="0"/>
          <a:fillRef idx="0"/>
          <a:effectRef idx="0"/>
          <a:fontRef idx="minor"/>
        </p:style>
        <p:txBody>
          <a:bodyPr lIns="0" rIns="0" tIns="0" bIns="0" anchor="t">
            <a:spAutoFit/>
          </a:bodyPr>
          <a:p>
            <a:pPr defTabSz="914400">
              <a:lnSpc>
                <a:spcPts val="5564"/>
              </a:lnSpc>
            </a:pPr>
            <a:r>
              <a:rPr lang="en-US" sz="5200" b="1" u="none" strike="noStrike">
                <a:solidFill>
                  <a:srgbClr val="1f305d"/>
                </a:solidFill>
                <a:effectLst/>
                <a:uFillTx/>
                <a:latin typeface="Aileron Bold"/>
                <a:ea typeface="Aileron Bold"/>
              </a:rPr>
              <a:t>Solution</a:t>
            </a:r>
            <a:endParaRPr lang="en-IN" sz="5200" b="0" u="none" strike="noStrike">
              <a:solidFill>
                <a:srgbClr val="000000"/>
              </a:solidFill>
              <a:effectLst/>
              <a:uFillTx/>
              <a:latin typeface="Arial"/>
            </a:endParaRPr>
          </a:p>
        </p:txBody>
      </p:sp>
      <p:sp>
        <p:nvSpPr>
          <p:cNvPr id="95" name=""/>
          <p:cNvSpPr/>
          <p:nvPr/>
        </p:nvSpPr>
        <p:spPr>
          <a:xfrm>
            <a:off x="3780000" y="3240000"/>
            <a:ext cx="9539640" cy="567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2800" b="0" u="none" strike="noStrike">
                <a:solidFill>
                  <a:srgbClr val="000000"/>
                </a:solidFill>
                <a:effectLst/>
                <a:uFillTx/>
                <a:latin typeface="Arial"/>
              </a:rPr>
              <a:t>        The proposed solution is a Smart Flow System that uses sensors and an ESP32 microcontroller to monitor soil moisture and environmental conditions in real time. Based on the collected data, the system automatically controls the water pump to supply water only when required, ensuring efficient irrigation. A web-based dashboard allows users to monitor system status and manually control the pump remotely. The system also includes a water flow sensor to detect issues and send alerts, making irrigation more reliable, automated, and water-efficient. </a:t>
            </a: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Freeform 2"/>
          <p:cNvSpPr/>
          <p:nvPr/>
        </p:nvSpPr>
        <p:spPr>
          <a:xfrm flipV="1">
            <a:off x="11160000" y="-1080720"/>
            <a:ext cx="8638200" cy="5732280"/>
          </a:xfrm>
          <a:custGeom>
            <a:avLst/>
            <a:gdLst>
              <a:gd name="textAreaLeft" fmla="*/ 0 w 8638200"/>
              <a:gd name="textAreaRight" fmla="*/ 8638920 w 8638200"/>
              <a:gd name="textAreaTop" fmla="*/ 360 h 5732280"/>
              <a:gd name="textAreaBottom" fmla="*/ 5733360 h 5732280"/>
            </a:gdLst>
            <a:ahLst/>
            <a:cxnLst/>
            <a:rect l="textAreaLeft" t="textAreaTop" r="textAreaRight" b="textAreaBottom"/>
            <a:pathLst>
              <a:path w="8638773" h="5733004">
                <a:moveTo>
                  <a:pt x="0" y="5733003"/>
                </a:moveTo>
                <a:lnTo>
                  <a:pt x="8638773" y="5733003"/>
                </a:lnTo>
                <a:lnTo>
                  <a:pt x="8638773" y="0"/>
                </a:lnTo>
                <a:lnTo>
                  <a:pt x="0" y="0"/>
                </a:lnTo>
                <a:lnTo>
                  <a:pt x="0" y="5733003"/>
                </a:lnTo>
                <a:close/>
              </a:path>
            </a:pathLst>
          </a:custGeom>
          <a:blipFill rotWithShape="0">
            <a:blip r:embed="rId1">
              <a:extLst>
                <a:ext uri="{96DAC541-7B7A-43D3-8B79-37D633B846F1}">
                  <asvg:svgBlip xmlns:asvg="http://schemas.microsoft.com/office/drawing/2016/SVG/main" r:embed="rId2"/>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7" name="Freeform 3"/>
          <p:cNvSpPr/>
          <p:nvPr/>
        </p:nvSpPr>
        <p:spPr>
          <a:xfrm flipH="1">
            <a:off x="-1169640" y="2927520"/>
            <a:ext cx="8182080" cy="5429520"/>
          </a:xfrm>
          <a:custGeom>
            <a:avLst/>
            <a:gdLst>
              <a:gd name="textAreaLeft" fmla="*/ -360 w 8182080"/>
              <a:gd name="textAreaRight" fmla="*/ 8182440 w 8182080"/>
              <a:gd name="textAreaTop" fmla="*/ 0 h 5429520"/>
              <a:gd name="textAreaBottom" fmla="*/ 5430240 h 5429520"/>
            </a:gdLst>
            <a:ahLst/>
            <a:cxnLst/>
            <a:rect l="textAreaLeft" t="textAreaTop" r="textAreaRight" b="textAreaBottom"/>
            <a:pathLst>
              <a:path w="8182690" h="5430330">
                <a:moveTo>
                  <a:pt x="8182690" y="0"/>
                </a:moveTo>
                <a:lnTo>
                  <a:pt x="0" y="0"/>
                </a:lnTo>
                <a:lnTo>
                  <a:pt x="0" y="5430331"/>
                </a:lnTo>
                <a:lnTo>
                  <a:pt x="8182690" y="5430331"/>
                </a:lnTo>
                <a:lnTo>
                  <a:pt x="8182690" y="0"/>
                </a:lnTo>
                <a:close/>
              </a:path>
            </a:pathLst>
          </a:custGeom>
          <a:blipFill rotWithShape="0">
            <a:blip r:embed="rId3">
              <a:extLst>
                <a:ext uri="{96DAC541-7B7A-43D3-8B79-37D633B846F1}">
                  <asvg:svgBlip xmlns:asvg="http://schemas.microsoft.com/office/drawing/2016/SVG/main" r:embed="rId4"/>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8" name="Freeform 4"/>
          <p:cNvSpPr/>
          <p:nvPr/>
        </p:nvSpPr>
        <p:spPr>
          <a:xfrm>
            <a:off x="14142240" y="-1080000"/>
            <a:ext cx="5117400" cy="3395880"/>
          </a:xfrm>
          <a:custGeom>
            <a:avLst/>
            <a:gdLst>
              <a:gd name="textAreaLeft" fmla="*/ 0 w 5117400"/>
              <a:gd name="textAreaRight" fmla="*/ 5118120 w 5117400"/>
              <a:gd name="textAreaTop" fmla="*/ 0 h 3395880"/>
              <a:gd name="textAreaBottom" fmla="*/ 3396600 h 3395880"/>
            </a:gdLst>
            <a:ahLst/>
            <a:cxnLst/>
            <a:rect l="textAreaLeft" t="textAreaTop" r="textAreaRight" b="textAreaBottom"/>
            <a:pathLst>
              <a:path w="5118141" h="3396585">
                <a:moveTo>
                  <a:pt x="0" y="0"/>
                </a:moveTo>
                <a:lnTo>
                  <a:pt x="5118141" y="0"/>
                </a:lnTo>
                <a:lnTo>
                  <a:pt x="5118141" y="3396585"/>
                </a:lnTo>
                <a:lnTo>
                  <a:pt x="0" y="3396585"/>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99" name="Freeform 5"/>
          <p:cNvSpPr/>
          <p:nvPr/>
        </p:nvSpPr>
        <p:spPr>
          <a:xfrm flipH="1">
            <a:off x="-1800360" y="7200000"/>
            <a:ext cx="5117400" cy="3395880"/>
          </a:xfrm>
          <a:custGeom>
            <a:avLst/>
            <a:gdLst>
              <a:gd name="textAreaLeft" fmla="*/ 360 w 5117400"/>
              <a:gd name="textAreaRight" fmla="*/ 5118480 w 5117400"/>
              <a:gd name="textAreaTop" fmla="*/ 0 h 3395880"/>
              <a:gd name="textAreaBottom" fmla="*/ 3396600 h 3395880"/>
            </a:gdLst>
            <a:ahLst/>
            <a:cxnLst/>
            <a:rect l="textAreaLeft" t="textAreaTop" r="textAreaRight" b="textAreaBottom"/>
            <a:pathLst>
              <a:path w="5118141" h="3396585">
                <a:moveTo>
                  <a:pt x="5118142" y="0"/>
                </a:moveTo>
                <a:lnTo>
                  <a:pt x="0" y="0"/>
                </a:lnTo>
                <a:lnTo>
                  <a:pt x="0" y="3396585"/>
                </a:lnTo>
                <a:lnTo>
                  <a:pt x="5118142" y="3396585"/>
                </a:lnTo>
                <a:lnTo>
                  <a:pt x="5118142"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00" name="Freeform 6"/>
          <p:cNvSpPr/>
          <p:nvPr/>
        </p:nvSpPr>
        <p:spPr>
          <a:xfrm>
            <a:off x="0" y="-488160"/>
            <a:ext cx="4669560" cy="3523320"/>
          </a:xfrm>
          <a:custGeom>
            <a:avLst/>
            <a:gdLst>
              <a:gd name="textAreaLeft" fmla="*/ 0 w 4669560"/>
              <a:gd name="textAreaRight" fmla="*/ 4670280 w 4669560"/>
              <a:gd name="textAreaTop" fmla="*/ 0 h 3523320"/>
              <a:gd name="textAreaBottom" fmla="*/ 3524040 h 3523320"/>
            </a:gdLst>
            <a:ahLst/>
            <a:cxnLst/>
            <a:rect l="textAreaLeft" t="textAreaTop" r="textAreaRight" b="textAreaBottom"/>
            <a:pathLst>
              <a:path w="4670423" h="3524046">
                <a:moveTo>
                  <a:pt x="0" y="0"/>
                </a:moveTo>
                <a:lnTo>
                  <a:pt x="4670423" y="0"/>
                </a:lnTo>
                <a:lnTo>
                  <a:pt x="4670423" y="3524047"/>
                </a:lnTo>
                <a:lnTo>
                  <a:pt x="0" y="3524047"/>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01" name="Freeform 7"/>
          <p:cNvSpPr/>
          <p:nvPr/>
        </p:nvSpPr>
        <p:spPr>
          <a:xfrm flipH="1" flipV="1">
            <a:off x="13947120" y="7300080"/>
            <a:ext cx="4520520" cy="3410640"/>
          </a:xfrm>
          <a:custGeom>
            <a:avLst/>
            <a:gdLst>
              <a:gd name="textAreaLeft" fmla="*/ 360 w 4520520"/>
              <a:gd name="textAreaRight" fmla="*/ 4521600 w 4520520"/>
              <a:gd name="textAreaTop" fmla="*/ -360 h 3410640"/>
              <a:gd name="textAreaBottom" fmla="*/ 3411000 h 3410640"/>
            </a:gdLst>
            <a:ahLst/>
            <a:cxnLst/>
            <a:rect l="textAreaLeft" t="textAreaTop" r="textAreaRight" b="textAreaBottom"/>
            <a:pathLst>
              <a:path w="4521303" h="3411529">
                <a:moveTo>
                  <a:pt x="4521303" y="3411529"/>
                </a:moveTo>
                <a:lnTo>
                  <a:pt x="0" y="3411529"/>
                </a:lnTo>
                <a:lnTo>
                  <a:pt x="0" y="0"/>
                </a:lnTo>
                <a:lnTo>
                  <a:pt x="4521303" y="0"/>
                </a:lnTo>
                <a:lnTo>
                  <a:pt x="4521303" y="3411529"/>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02" name="TextBox 8"/>
          <p:cNvSpPr/>
          <p:nvPr/>
        </p:nvSpPr>
        <p:spPr>
          <a:xfrm>
            <a:off x="6480000" y="720000"/>
            <a:ext cx="5121000" cy="706680"/>
          </a:xfrm>
          <a:prstGeom prst="rect">
            <a:avLst/>
          </a:prstGeom>
          <a:noFill/>
          <a:ln w="0">
            <a:noFill/>
          </a:ln>
        </p:spPr>
        <p:style>
          <a:lnRef idx="0"/>
          <a:fillRef idx="0"/>
          <a:effectRef idx="0"/>
          <a:fontRef idx="minor"/>
        </p:style>
        <p:txBody>
          <a:bodyPr lIns="0" rIns="0" tIns="0" bIns="0" anchor="t">
            <a:spAutoFit/>
          </a:bodyPr>
          <a:p>
            <a:pPr defTabSz="914400">
              <a:lnSpc>
                <a:spcPts val="5564"/>
              </a:lnSpc>
            </a:pPr>
            <a:r>
              <a:rPr lang="en-US" sz="5200" b="1" u="none" strike="noStrike">
                <a:solidFill>
                  <a:srgbClr val="1f305d"/>
                </a:solidFill>
                <a:effectLst/>
                <a:uFillTx/>
                <a:latin typeface="Aileron Bold"/>
                <a:ea typeface="Aileron Bold"/>
              </a:rPr>
              <a:t>Methodology</a:t>
            </a:r>
            <a:endParaRPr lang="en-IN" sz="5200" b="0" u="none" strike="noStrike">
              <a:solidFill>
                <a:srgbClr val="000000"/>
              </a:solidFill>
              <a:effectLst/>
              <a:uFillTx/>
              <a:latin typeface="Arial"/>
            </a:endParaRPr>
          </a:p>
        </p:txBody>
      </p:sp>
      <p:sp>
        <p:nvSpPr>
          <p:cNvPr id="103" name="TextBox 9"/>
          <p:cNvSpPr/>
          <p:nvPr/>
        </p:nvSpPr>
        <p:spPr>
          <a:xfrm>
            <a:off x="1390320" y="3074040"/>
            <a:ext cx="7475040" cy="448560"/>
          </a:xfrm>
          <a:prstGeom prst="rect">
            <a:avLst/>
          </a:prstGeom>
          <a:noFill/>
          <a:ln w="0">
            <a:noFill/>
          </a:ln>
        </p:spPr>
        <p:style>
          <a:lnRef idx="0"/>
          <a:fillRef idx="0"/>
          <a:effectRef idx="0"/>
          <a:fontRef idx="minor"/>
        </p:style>
        <p:txBody>
          <a:bodyPr lIns="0" rIns="0" tIns="0" bIns="0" anchor="t">
            <a:spAutoFit/>
          </a:bodyPr>
          <a:p>
            <a:pPr defTabSz="914400">
              <a:lnSpc>
                <a:spcPts val="3532"/>
              </a:lnSpc>
            </a:pPr>
            <a:endParaRPr lang="en-IN" sz="1800" b="0" u="none" strike="noStrike">
              <a:solidFill>
                <a:srgbClr val="000000"/>
              </a:solidFill>
              <a:effectLst/>
              <a:uFillTx/>
              <a:latin typeface="Arial"/>
            </a:endParaRPr>
          </a:p>
        </p:txBody>
      </p:sp>
      <p:sp>
        <p:nvSpPr>
          <p:cNvPr id="104" name=""/>
          <p:cNvSpPr/>
          <p:nvPr/>
        </p:nvSpPr>
        <p:spPr>
          <a:xfrm>
            <a:off x="1105920" y="1404000"/>
            <a:ext cx="6959520" cy="6110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IN" sz="2200" b="0" u="none" strike="noStrike">
              <a:solidFill>
                <a:srgbClr val="000000"/>
              </a:solidFill>
              <a:effectLst/>
              <a:uFillTx/>
              <a:latin typeface="Arial"/>
            </a:endParaRPr>
          </a:p>
          <a:p>
            <a:pPr>
              <a:lnSpc>
                <a:spcPct val="100000"/>
              </a:lnSpc>
            </a:pPr>
            <a:r>
              <a:rPr lang="en-IN" sz="2800" b="1" u="none" strike="noStrike">
                <a:solidFill>
                  <a:srgbClr val="000000"/>
                </a:solidFill>
                <a:effectLst/>
                <a:uFillTx/>
                <a:latin typeface="Arial"/>
              </a:rPr>
              <a:t>Tech Stack:</a:t>
            </a:r>
            <a:endParaRPr lang="en-IN" sz="2800" b="0" u="none" strike="noStrike">
              <a:solidFill>
                <a:srgbClr val="000000"/>
              </a:solidFill>
              <a:effectLst/>
              <a:uFillTx/>
              <a:latin typeface="Arial"/>
            </a:endParaRPr>
          </a:p>
          <a:p>
            <a:pPr>
              <a:lnSpc>
                <a:spcPct val="100000"/>
              </a:lnSpc>
            </a:pPr>
            <a:r>
              <a:rPr lang="en-IN" sz="2600" b="0" u="none" strike="noStrike">
                <a:solidFill>
                  <a:srgbClr val="000000"/>
                </a:solidFill>
                <a:effectLst/>
                <a:uFillTx/>
                <a:latin typeface="Arial"/>
              </a:rPr>
              <a:t>1.Hardware: ESP32, Sensors, Relay Module, Pump</a:t>
            </a:r>
            <a:endParaRPr lang="en-IN" sz="2600" b="0" u="none" strike="noStrike">
              <a:solidFill>
                <a:srgbClr val="000000"/>
              </a:solidFill>
              <a:effectLst/>
              <a:uFillTx/>
              <a:latin typeface="Arial"/>
            </a:endParaRPr>
          </a:p>
          <a:p>
            <a:pPr>
              <a:lnSpc>
                <a:spcPct val="100000"/>
              </a:lnSpc>
            </a:pPr>
            <a:r>
              <a:rPr lang="en-IN" sz="2600" b="0" u="none" strike="noStrike">
                <a:solidFill>
                  <a:srgbClr val="000000"/>
                </a:solidFill>
                <a:effectLst/>
                <a:uFillTx/>
                <a:latin typeface="Arial"/>
              </a:rPr>
              <a:t>2.Software: Arduino IDE (Embedded C)</a:t>
            </a:r>
            <a:endParaRPr lang="en-IN" sz="2600" b="0" u="none" strike="noStrike">
              <a:solidFill>
                <a:srgbClr val="000000"/>
              </a:solidFill>
              <a:effectLst/>
              <a:uFillTx/>
              <a:latin typeface="Arial"/>
            </a:endParaRPr>
          </a:p>
          <a:p>
            <a:pPr>
              <a:lnSpc>
                <a:spcPct val="100000"/>
              </a:lnSpc>
            </a:pPr>
            <a:r>
              <a:rPr lang="en-IN" sz="2600" b="0" u="none" strike="noStrike">
                <a:solidFill>
                  <a:srgbClr val="000000"/>
                </a:solidFill>
                <a:effectLst/>
                <a:uFillTx/>
                <a:latin typeface="Arial"/>
              </a:rPr>
              <a:t>3.Backend: Flask (Python)</a:t>
            </a:r>
            <a:endParaRPr lang="en-IN" sz="2600" b="0" u="none" strike="noStrike">
              <a:solidFill>
                <a:srgbClr val="000000"/>
              </a:solidFill>
              <a:effectLst/>
              <a:uFillTx/>
              <a:latin typeface="Arial"/>
            </a:endParaRPr>
          </a:p>
          <a:p>
            <a:pPr>
              <a:lnSpc>
                <a:spcPct val="100000"/>
              </a:lnSpc>
            </a:pPr>
            <a:r>
              <a:rPr lang="en-IN" sz="2600" b="0" u="none" strike="noStrike">
                <a:solidFill>
                  <a:srgbClr val="000000"/>
                </a:solidFill>
                <a:effectLst/>
                <a:uFillTx/>
                <a:latin typeface="Arial"/>
              </a:rPr>
              <a:t>4.Frontend: HTML, CSS</a:t>
            </a:r>
            <a:endParaRPr lang="en-IN" sz="2600" b="0" u="none" strike="noStrike">
              <a:solidFill>
                <a:srgbClr val="000000"/>
              </a:solidFill>
              <a:effectLst/>
              <a:uFillTx/>
              <a:latin typeface="Arial"/>
            </a:endParaRPr>
          </a:p>
          <a:p>
            <a:pPr>
              <a:lnSpc>
                <a:spcPct val="100000"/>
              </a:lnSpc>
            </a:pPr>
            <a:r>
              <a:rPr lang="en-IN" sz="2600" b="0" u="none" strike="noStrike">
                <a:solidFill>
                  <a:srgbClr val="000000"/>
                </a:solidFill>
                <a:effectLst/>
                <a:uFillTx/>
                <a:latin typeface="Arial"/>
              </a:rPr>
              <a:t>5.Communication: WiFi (IoT)</a:t>
            </a:r>
            <a:endParaRPr lang="en-IN" sz="2600" b="0" u="none" strike="noStrike">
              <a:solidFill>
                <a:srgbClr val="000000"/>
              </a:solidFill>
              <a:effectLst/>
              <a:uFillTx/>
              <a:latin typeface="Arial"/>
            </a:endParaRPr>
          </a:p>
          <a:p>
            <a:pPr>
              <a:lnSpc>
                <a:spcPct val="100000"/>
              </a:lnSpc>
            </a:pPr>
            <a:r>
              <a:rPr lang="en-IN" sz="2600" b="0" u="none" strike="noStrike">
                <a:solidFill>
                  <a:srgbClr val="000000"/>
                </a:solidFill>
                <a:effectLst/>
                <a:uFillTx/>
                <a:latin typeface="Arial"/>
              </a:rPr>
              <a:t>6.Database: SQLite (for storing sensor data)</a:t>
            </a:r>
            <a:endParaRPr lang="en-IN" sz="2600" b="0" u="none" strike="noStrike">
              <a:solidFill>
                <a:srgbClr val="000000"/>
              </a:solidFill>
              <a:effectLst/>
              <a:uFillTx/>
              <a:latin typeface="Arial"/>
            </a:endParaRPr>
          </a:p>
          <a:p>
            <a:pPr>
              <a:lnSpc>
                <a:spcPct val="100000"/>
              </a:lnSpc>
            </a:pPr>
            <a:endParaRPr lang="en-IN" sz="1000" b="0" u="none" strike="noStrike">
              <a:solidFill>
                <a:srgbClr val="000000"/>
              </a:solidFill>
              <a:effectLst/>
              <a:uFillTx/>
              <a:latin typeface="Arial"/>
            </a:endParaRPr>
          </a:p>
        </p:txBody>
      </p:sp>
      <p:sp>
        <p:nvSpPr>
          <p:cNvPr id="105" name=""/>
          <p:cNvSpPr/>
          <p:nvPr/>
        </p:nvSpPr>
        <p:spPr>
          <a:xfrm>
            <a:off x="8892000" y="1800000"/>
            <a:ext cx="8747640" cy="5059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2800" b="1" u="none" strike="noStrike">
                <a:solidFill>
                  <a:srgbClr val="000000"/>
                </a:solidFill>
                <a:effectLst/>
                <a:uFillTx/>
                <a:latin typeface="Arial"/>
              </a:rPr>
              <a:t>Methodology:</a:t>
            </a:r>
            <a:endParaRPr lang="en-IN" sz="2800" b="0" u="none" strike="noStrike">
              <a:solidFill>
                <a:srgbClr val="000000"/>
              </a:solidFill>
              <a:effectLst/>
              <a:uFillTx/>
              <a:latin typeface="Arial"/>
            </a:endParaRPr>
          </a:p>
          <a:p>
            <a:pPr>
              <a:lnSpc>
                <a:spcPct val="100000"/>
              </a:lnSpc>
            </a:pPr>
            <a:r>
              <a:rPr lang="en-IN" sz="2400" b="0" u="none" strike="noStrike">
                <a:solidFill>
                  <a:srgbClr val="000000"/>
                </a:solidFill>
                <a:effectLst/>
                <a:uFillTx/>
                <a:latin typeface="Arial"/>
              </a:rPr>
              <a:t>      The Smart Irrigation System is developed using a sensor-based and IoT approach. Sensors such as soil moisture, and water flow continuously collect real-time data from the field. This data is processed by the ESP32 microcontroller, which decides whether irrigation is required based on predefined conditions. If the soil moisture level is low, the system automatically activates the water pump using a relay module. The data is transmitted via WiFi to a Flask-based backend and displayed on a web dashboard for real-time monitoring and control. Users can also manually operate the system, while alerts are generated in case of faults, ensuring efficient and reliable irrigation management.</a:t>
            </a:r>
            <a:endParaRPr lang="en-IN" sz="2400" b="0" u="none" strike="noStrike">
              <a:solidFill>
                <a:srgbClr val="000000"/>
              </a:solidFill>
              <a:effectLst/>
              <a:uFillTx/>
              <a:latin typeface="Arial"/>
            </a:endParaRPr>
          </a:p>
          <a:p>
            <a:pPr>
              <a:lnSpc>
                <a:spcPct val="100000"/>
              </a:lnSpc>
            </a:pPr>
            <a:endParaRPr lang="en-IN" sz="1000" b="0" u="none" strike="noStrike">
              <a:solidFill>
                <a:srgbClr val="000000"/>
              </a:solidFill>
              <a:effectLst/>
              <a:uFillTx/>
              <a:latin typeface="Arial"/>
            </a:endParaRPr>
          </a:p>
        </p:txBody>
      </p:sp>
      <p:sp>
        <p:nvSpPr>
          <p:cNvPr id="106" name=""/>
          <p:cNvSpPr/>
          <p:nvPr/>
        </p:nvSpPr>
        <p:spPr>
          <a:xfrm>
            <a:off x="720000" y="5394960"/>
            <a:ext cx="1996200" cy="1985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2800" b="0" u="none" strike="noStrike">
                <a:solidFill>
                  <a:srgbClr val="000000"/>
                </a:solidFill>
                <a:effectLst/>
                <a:uFillTx/>
                <a:latin typeface="Arial"/>
              </a:rPr>
              <a:t>Flow Chart:</a:t>
            </a:r>
            <a:endParaRPr lang="en-IN" sz="2800" b="0" u="none" strike="noStrike">
              <a:solidFill>
                <a:srgbClr val="000000"/>
              </a:solidFill>
              <a:effectLst/>
              <a:uFillTx/>
              <a:latin typeface="Arial"/>
            </a:endParaRPr>
          </a:p>
        </p:txBody>
      </p:sp>
      <p:pic>
        <p:nvPicPr>
          <p:cNvPr id="107" name=""/>
          <p:cNvPicPr/>
          <p:nvPr/>
        </p:nvPicPr>
        <p:blipFill>
          <a:blip r:embed="rId13"/>
          <a:stretch/>
        </p:blipFill>
        <p:spPr>
          <a:xfrm rot="13200">
            <a:off x="2167560" y="5893920"/>
            <a:ext cx="6464160" cy="41922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Freeform 2"/>
          <p:cNvSpPr/>
          <p:nvPr/>
        </p:nvSpPr>
        <p:spPr>
          <a:xfrm flipV="1">
            <a:off x="10717560" y="792360"/>
            <a:ext cx="8638200" cy="5732280"/>
          </a:xfrm>
          <a:custGeom>
            <a:avLst/>
            <a:gdLst>
              <a:gd name="textAreaLeft" fmla="*/ 0 w 8638200"/>
              <a:gd name="textAreaRight" fmla="*/ 8638920 w 8638200"/>
              <a:gd name="textAreaTop" fmla="*/ 360 h 5732280"/>
              <a:gd name="textAreaBottom" fmla="*/ 5733360 h 5732280"/>
            </a:gdLst>
            <a:ahLst/>
            <a:cxnLst/>
            <a:rect l="textAreaLeft" t="textAreaTop" r="textAreaRight" b="textAreaBottom"/>
            <a:pathLst>
              <a:path w="8638773" h="5733004">
                <a:moveTo>
                  <a:pt x="0" y="5733003"/>
                </a:moveTo>
                <a:lnTo>
                  <a:pt x="8638773" y="5733003"/>
                </a:lnTo>
                <a:lnTo>
                  <a:pt x="8638773" y="0"/>
                </a:lnTo>
                <a:lnTo>
                  <a:pt x="0" y="0"/>
                </a:lnTo>
                <a:lnTo>
                  <a:pt x="0" y="5733003"/>
                </a:lnTo>
                <a:close/>
              </a:path>
            </a:pathLst>
          </a:custGeom>
          <a:blipFill rotWithShape="0">
            <a:blip r:embed="rId1">
              <a:extLst>
                <a:ext uri="{96DAC541-7B7A-43D3-8B79-37D633B846F1}">
                  <asvg:svgBlip xmlns:asvg="http://schemas.microsoft.com/office/drawing/2016/SVG/main" r:embed="rId2"/>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09" name="Freeform 3"/>
          <p:cNvSpPr/>
          <p:nvPr/>
        </p:nvSpPr>
        <p:spPr>
          <a:xfrm flipH="1">
            <a:off x="-1169640" y="2927520"/>
            <a:ext cx="8182080" cy="5429520"/>
          </a:xfrm>
          <a:custGeom>
            <a:avLst/>
            <a:gdLst>
              <a:gd name="textAreaLeft" fmla="*/ -360 w 8182080"/>
              <a:gd name="textAreaRight" fmla="*/ 8182440 w 8182080"/>
              <a:gd name="textAreaTop" fmla="*/ 0 h 5429520"/>
              <a:gd name="textAreaBottom" fmla="*/ 5430240 h 5429520"/>
            </a:gdLst>
            <a:ahLst/>
            <a:cxnLst/>
            <a:rect l="textAreaLeft" t="textAreaTop" r="textAreaRight" b="textAreaBottom"/>
            <a:pathLst>
              <a:path w="8182690" h="5430330">
                <a:moveTo>
                  <a:pt x="8182690" y="0"/>
                </a:moveTo>
                <a:lnTo>
                  <a:pt x="0" y="0"/>
                </a:lnTo>
                <a:lnTo>
                  <a:pt x="0" y="5430331"/>
                </a:lnTo>
                <a:lnTo>
                  <a:pt x="8182690" y="5430331"/>
                </a:lnTo>
                <a:lnTo>
                  <a:pt x="8182690" y="0"/>
                </a:lnTo>
                <a:close/>
              </a:path>
            </a:pathLst>
          </a:custGeom>
          <a:blipFill rotWithShape="0">
            <a:blip r:embed="rId3">
              <a:extLst>
                <a:ext uri="{96DAC541-7B7A-43D3-8B79-37D633B846F1}">
                  <asvg:svgBlip xmlns:asvg="http://schemas.microsoft.com/office/drawing/2016/SVG/main" r:embed="rId4"/>
                </a:ext>
              </a:extLst>
              <a:alphaModFix amt="13000"/>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10" name="Freeform 4"/>
          <p:cNvSpPr/>
          <p:nvPr/>
        </p:nvSpPr>
        <p:spPr>
          <a:xfrm>
            <a:off x="13169880" y="394560"/>
            <a:ext cx="5117400" cy="3395880"/>
          </a:xfrm>
          <a:custGeom>
            <a:avLst/>
            <a:gdLst>
              <a:gd name="textAreaLeft" fmla="*/ 0 w 5117400"/>
              <a:gd name="textAreaRight" fmla="*/ 5118120 w 5117400"/>
              <a:gd name="textAreaTop" fmla="*/ 0 h 3395880"/>
              <a:gd name="textAreaBottom" fmla="*/ 3396600 h 3395880"/>
            </a:gdLst>
            <a:ahLst/>
            <a:cxnLst/>
            <a:rect l="textAreaLeft" t="textAreaTop" r="textAreaRight" b="textAreaBottom"/>
            <a:pathLst>
              <a:path w="5118141" h="3396585">
                <a:moveTo>
                  <a:pt x="0" y="0"/>
                </a:moveTo>
                <a:lnTo>
                  <a:pt x="5118141" y="0"/>
                </a:lnTo>
                <a:lnTo>
                  <a:pt x="5118141" y="3396585"/>
                </a:lnTo>
                <a:lnTo>
                  <a:pt x="0" y="3396585"/>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11" name="Freeform 5"/>
          <p:cNvSpPr/>
          <p:nvPr/>
        </p:nvSpPr>
        <p:spPr>
          <a:xfrm flipH="1">
            <a:off x="101520" y="6323760"/>
            <a:ext cx="5117400" cy="3395880"/>
          </a:xfrm>
          <a:custGeom>
            <a:avLst/>
            <a:gdLst>
              <a:gd name="textAreaLeft" fmla="*/ 360 w 5117400"/>
              <a:gd name="textAreaRight" fmla="*/ 5118480 w 5117400"/>
              <a:gd name="textAreaTop" fmla="*/ 0 h 3395880"/>
              <a:gd name="textAreaBottom" fmla="*/ 3396600 h 3395880"/>
            </a:gdLst>
            <a:ahLst/>
            <a:cxnLst/>
            <a:rect l="textAreaLeft" t="textAreaTop" r="textAreaRight" b="textAreaBottom"/>
            <a:pathLst>
              <a:path w="5118141" h="3396585">
                <a:moveTo>
                  <a:pt x="5118142" y="0"/>
                </a:moveTo>
                <a:lnTo>
                  <a:pt x="0" y="0"/>
                </a:lnTo>
                <a:lnTo>
                  <a:pt x="0" y="3396585"/>
                </a:lnTo>
                <a:lnTo>
                  <a:pt x="5118142" y="3396585"/>
                </a:lnTo>
                <a:lnTo>
                  <a:pt x="5118142"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12" name="Freeform 6"/>
          <p:cNvSpPr/>
          <p:nvPr/>
        </p:nvSpPr>
        <p:spPr>
          <a:xfrm>
            <a:off x="0" y="0"/>
            <a:ext cx="4669560" cy="3523320"/>
          </a:xfrm>
          <a:custGeom>
            <a:avLst/>
            <a:gdLst>
              <a:gd name="textAreaLeft" fmla="*/ 0 w 4669560"/>
              <a:gd name="textAreaRight" fmla="*/ 4670280 w 4669560"/>
              <a:gd name="textAreaTop" fmla="*/ 0 h 3523320"/>
              <a:gd name="textAreaBottom" fmla="*/ 3524040 h 3523320"/>
            </a:gdLst>
            <a:ahLst/>
            <a:cxnLst/>
            <a:rect l="textAreaLeft" t="textAreaTop" r="textAreaRight" b="textAreaBottom"/>
            <a:pathLst>
              <a:path w="4670423" h="3524046">
                <a:moveTo>
                  <a:pt x="0" y="0"/>
                </a:moveTo>
                <a:lnTo>
                  <a:pt x="4670423" y="0"/>
                </a:lnTo>
                <a:lnTo>
                  <a:pt x="4670423" y="3524047"/>
                </a:lnTo>
                <a:lnTo>
                  <a:pt x="0" y="3524047"/>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13" name="Freeform 7"/>
          <p:cNvSpPr/>
          <p:nvPr/>
        </p:nvSpPr>
        <p:spPr>
          <a:xfrm flipH="1" flipV="1">
            <a:off x="12578400" y="7028640"/>
            <a:ext cx="4520520" cy="3410640"/>
          </a:xfrm>
          <a:custGeom>
            <a:avLst/>
            <a:gdLst>
              <a:gd name="textAreaLeft" fmla="*/ 360 w 4520520"/>
              <a:gd name="textAreaRight" fmla="*/ 4521600 w 4520520"/>
              <a:gd name="textAreaTop" fmla="*/ -360 h 3410640"/>
              <a:gd name="textAreaBottom" fmla="*/ 3411000 h 3410640"/>
            </a:gdLst>
            <a:ahLst/>
            <a:cxnLst/>
            <a:rect l="textAreaLeft" t="textAreaTop" r="textAreaRight" b="textAreaBottom"/>
            <a:pathLst>
              <a:path w="4521303" h="3411529">
                <a:moveTo>
                  <a:pt x="4521303" y="3411529"/>
                </a:moveTo>
                <a:lnTo>
                  <a:pt x="0" y="3411529"/>
                </a:lnTo>
                <a:lnTo>
                  <a:pt x="0" y="0"/>
                </a:lnTo>
                <a:lnTo>
                  <a:pt x="4521303" y="0"/>
                </a:lnTo>
                <a:lnTo>
                  <a:pt x="4521303" y="3411529"/>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114" name="TextBox 8"/>
          <p:cNvSpPr/>
          <p:nvPr/>
        </p:nvSpPr>
        <p:spPr>
          <a:xfrm>
            <a:off x="6686640" y="1359360"/>
            <a:ext cx="4914360" cy="732960"/>
          </a:xfrm>
          <a:prstGeom prst="rect">
            <a:avLst/>
          </a:prstGeom>
          <a:noFill/>
          <a:ln w="0">
            <a:noFill/>
          </a:ln>
        </p:spPr>
        <p:style>
          <a:lnRef idx="0"/>
          <a:fillRef idx="0"/>
          <a:effectRef idx="0"/>
          <a:fontRef idx="minor"/>
        </p:style>
        <p:txBody>
          <a:bodyPr lIns="0" rIns="0" tIns="0" bIns="0" anchor="t">
            <a:spAutoFit/>
          </a:bodyPr>
          <a:p>
            <a:pPr defTabSz="914400">
              <a:lnSpc>
                <a:spcPts val="5564"/>
              </a:lnSpc>
            </a:pPr>
            <a:r>
              <a:rPr lang="en-US" sz="5200" b="1" u="none" strike="noStrike">
                <a:solidFill>
                  <a:srgbClr val="1f305d"/>
                </a:solidFill>
                <a:effectLst/>
                <a:uFillTx/>
                <a:latin typeface="Aileron Bold"/>
                <a:ea typeface="Aileron Bold"/>
              </a:rPr>
              <a:t>Reference</a:t>
            </a:r>
            <a:endParaRPr lang="en-IN" sz="5200" b="0" u="none" strike="noStrike">
              <a:solidFill>
                <a:srgbClr val="000000"/>
              </a:solidFill>
              <a:effectLst/>
              <a:uFillTx/>
              <a:latin typeface="Arial"/>
            </a:endParaRPr>
          </a:p>
        </p:txBody>
      </p:sp>
      <p:sp>
        <p:nvSpPr>
          <p:cNvPr id="115" name="TextBox 9"/>
          <p:cNvSpPr/>
          <p:nvPr/>
        </p:nvSpPr>
        <p:spPr>
          <a:xfrm>
            <a:off x="1390320" y="2490480"/>
            <a:ext cx="10669320" cy="2243160"/>
          </a:xfrm>
          <a:prstGeom prst="rect">
            <a:avLst/>
          </a:prstGeom>
          <a:noFill/>
          <a:ln w="0">
            <a:noFill/>
          </a:ln>
        </p:spPr>
        <p:style>
          <a:lnRef idx="0"/>
          <a:fillRef idx="0"/>
          <a:effectRef idx="0"/>
          <a:fontRef idx="minor"/>
        </p:style>
        <p:txBody>
          <a:bodyPr lIns="0" rIns="0" tIns="0" bIns="0" anchor="t">
            <a:spAutoFit/>
          </a:bodyPr>
          <a:p>
            <a:pPr defTabSz="914400">
              <a:lnSpc>
                <a:spcPts val="3532"/>
              </a:lnSpc>
            </a:pPr>
            <a:r>
              <a:rPr lang="en-US" sz="3300" b="1" u="none" strike="noStrike">
                <a:solidFill>
                  <a:srgbClr val="1f305d"/>
                </a:solidFill>
                <a:effectLst/>
                <a:uFillTx/>
                <a:latin typeface="Aileron Bold"/>
                <a:ea typeface="Aileron Bold"/>
              </a:rPr>
              <a:t>Github repo:</a:t>
            </a:r>
            <a:r>
              <a:rPr lang="en-US" sz="1400" b="1" u="none" strike="noStrike">
                <a:solidFill>
                  <a:srgbClr val="1f305d"/>
                </a:solidFill>
                <a:effectLst/>
                <a:uFillTx/>
                <a:latin typeface="Aileron Bold"/>
                <a:ea typeface="Aileron Bold"/>
              </a:rPr>
              <a:t> </a:t>
            </a:r>
            <a:endParaRPr lang="en-IN" sz="1400" b="0" u="none" strike="noStrike">
              <a:solidFill>
                <a:srgbClr val="000000"/>
              </a:solidFill>
              <a:effectLst/>
              <a:uFillTx/>
              <a:latin typeface="Arial"/>
            </a:endParaRPr>
          </a:p>
          <a:p>
            <a:pPr defTabSz="914400">
              <a:lnSpc>
                <a:spcPts val="3532"/>
              </a:lnSpc>
            </a:pPr>
            <a:endParaRPr lang="en-IN" sz="3300" b="0" u="none" strike="noStrike">
              <a:solidFill>
                <a:srgbClr val="000000"/>
              </a:solidFill>
              <a:effectLst/>
              <a:uFillTx/>
              <a:latin typeface="Arial"/>
            </a:endParaRPr>
          </a:p>
          <a:p>
            <a:pPr defTabSz="914400">
              <a:lnSpc>
                <a:spcPts val="3532"/>
              </a:lnSpc>
            </a:pPr>
            <a:r>
              <a:rPr lang="en-US" sz="3300" b="1" u="none" strike="noStrike">
                <a:solidFill>
                  <a:srgbClr val="1f305d"/>
                </a:solidFill>
                <a:effectLst/>
                <a:uFillTx/>
                <a:latin typeface="Aileron Bold"/>
                <a:ea typeface="Aileron Bold"/>
              </a:rPr>
              <a:t>LaTex link:</a:t>
            </a:r>
            <a:endParaRPr lang="en-IN" sz="3300" b="0" u="none" strike="noStrike">
              <a:solidFill>
                <a:srgbClr val="000000"/>
              </a:solidFill>
              <a:effectLst/>
              <a:uFillTx/>
              <a:latin typeface="Arial"/>
            </a:endParaRPr>
          </a:p>
          <a:p>
            <a:pPr defTabSz="914400">
              <a:lnSpc>
                <a:spcPts val="3532"/>
              </a:lnSpc>
            </a:pPr>
            <a:endParaRPr lang="en-IN" sz="3300" b="0" u="none" strike="noStrike">
              <a:solidFill>
                <a:srgbClr val="000000"/>
              </a:solidFill>
              <a:effectLst/>
              <a:uFillTx/>
              <a:latin typeface="Arial"/>
            </a:endParaRPr>
          </a:p>
          <a:p>
            <a:pPr defTabSz="914400">
              <a:lnSpc>
                <a:spcPts val="3532"/>
              </a:lnSpc>
            </a:pPr>
            <a:endParaRPr lang="en-IN" sz="3300" b="0" u="none" strike="noStrike">
              <a:solidFill>
                <a:srgbClr val="000000"/>
              </a:solidFill>
              <a:effectLst/>
              <a:uFillTx/>
              <a:latin typeface="Arial"/>
            </a:endParaRPr>
          </a:p>
        </p:txBody>
      </p:sp>
      <p:sp>
        <p:nvSpPr>
          <p:cNvPr id="116" name=""/>
          <p:cNvSpPr/>
          <p:nvPr/>
        </p:nvSpPr>
        <p:spPr>
          <a:xfrm>
            <a:off x="4320720" y="2580840"/>
            <a:ext cx="4678920" cy="346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1800" b="0" u="none" strike="noStrike">
                <a:solidFill>
                  <a:srgbClr val="000000"/>
                </a:solidFill>
                <a:effectLst/>
                <a:uFillTx/>
                <a:latin typeface="Arial"/>
              </a:rPr>
              <a:t>https://github.com/PyExpo2K26/PY26129.git</a:t>
            </a:r>
            <a:endParaRPr lang="en-IN" sz="1800" b="0" u="none" strike="noStrike">
              <a:solidFill>
                <a:srgbClr val="000000"/>
              </a:solidFill>
              <a:effectLst/>
              <a:uFillTx/>
              <a:latin typeface="Arial"/>
            </a:endParaRPr>
          </a:p>
        </p:txBody>
      </p:sp>
      <p:sp>
        <p:nvSpPr>
          <p:cNvPr id="117" name=""/>
          <p:cNvSpPr/>
          <p:nvPr/>
        </p:nvSpPr>
        <p:spPr>
          <a:xfrm>
            <a:off x="3960000" y="3433320"/>
            <a:ext cx="57711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IN" sz="1800" b="0" u="none" strike="noStrike">
                <a:solidFill>
                  <a:srgbClr val="000000"/>
                </a:solidFill>
                <a:effectLst/>
                <a:uFillTx/>
                <a:latin typeface="Arial"/>
              </a:rPr>
              <a:t>https://www.overleaf.com/read/nmzyhmkygkch#2a8d07</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59</TotalTime>
  <Application>LibreOffice/25.8.5.2$Windows_X86_64 LibreOffice_project/9c8b85f387cc00a89945a79c9e6239f32e450ac2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DAHE13E_A1E</dc:identifier>
  <dc:language>en-IN</dc:language>
  <cp:lastModifiedBy/>
  <dcterms:modified xsi:type="dcterms:W3CDTF">2026-03-25T11:34:01Z</dcterms:modified>
  <cp:revision>7</cp:revision>
  <dc:subject/>
  <dc:title>Research_paper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